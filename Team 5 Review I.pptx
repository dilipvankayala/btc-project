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9" r:id="rId1"/>
  </p:sld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8BE1E-4E56-4D81-BD1B-25F4A81A320C}" v="136" dt="2025-02-14T07:25:35.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lip Datta Sai Vankayala" userId="e4791c09a227181a" providerId="LiveId" clId="{95F8BE1E-4E56-4D81-BD1B-25F4A81A320C}"/>
    <pc:docChg chg="undo custSel addSld delSld modSld">
      <pc:chgData name="Dilip Datta Sai Vankayala" userId="e4791c09a227181a" providerId="LiveId" clId="{95F8BE1E-4E56-4D81-BD1B-25F4A81A320C}" dt="2025-02-14T07:24:07.507" v="2609" actId="478"/>
      <pc:docMkLst>
        <pc:docMk/>
      </pc:docMkLst>
      <pc:sldChg chg="addSp delSp modSp mod modTransition modAnim">
        <pc:chgData name="Dilip Datta Sai Vankayala" userId="e4791c09a227181a" providerId="LiveId" clId="{95F8BE1E-4E56-4D81-BD1B-25F4A81A320C}" dt="2025-02-14T06:37:01.867" v="2591" actId="123"/>
        <pc:sldMkLst>
          <pc:docMk/>
          <pc:sldMk cId="1880302634" sldId="256"/>
        </pc:sldMkLst>
        <pc:spChg chg="mod">
          <ac:chgData name="Dilip Datta Sai Vankayala" userId="e4791c09a227181a" providerId="LiveId" clId="{95F8BE1E-4E56-4D81-BD1B-25F4A81A320C}" dt="2025-02-14T06:37:01.867" v="2591" actId="123"/>
          <ac:spMkLst>
            <pc:docMk/>
            <pc:sldMk cId="1880302634" sldId="256"/>
            <ac:spMk id="2" creationId="{1ABA8914-C825-0C8B-B2D3-1790A82610C6}"/>
          </ac:spMkLst>
        </pc:spChg>
        <pc:spChg chg="mod">
          <ac:chgData name="Dilip Datta Sai Vankayala" userId="e4791c09a227181a" providerId="LiveId" clId="{95F8BE1E-4E56-4D81-BD1B-25F4A81A320C}" dt="2025-02-14T06:36:49.548" v="2590" actId="20577"/>
          <ac:spMkLst>
            <pc:docMk/>
            <pc:sldMk cId="1880302634" sldId="256"/>
            <ac:spMk id="3" creationId="{4214860E-6EC6-17B6-13C1-D02BB655EC66}"/>
          </ac:spMkLst>
        </pc:spChg>
        <pc:spChg chg="add del mod">
          <ac:chgData name="Dilip Datta Sai Vankayala" userId="e4791c09a227181a" providerId="LiveId" clId="{95F8BE1E-4E56-4D81-BD1B-25F4A81A320C}" dt="2025-02-14T04:31:24.544" v="2154"/>
          <ac:spMkLst>
            <pc:docMk/>
            <pc:sldMk cId="1880302634" sldId="256"/>
            <ac:spMk id="4" creationId="{4CC68F3D-9156-C57E-150E-AC66122CCBDF}"/>
          </ac:spMkLst>
        </pc:spChg>
        <pc:spChg chg="add mod">
          <ac:chgData name="Dilip Datta Sai Vankayala" userId="e4791c09a227181a" providerId="LiveId" clId="{95F8BE1E-4E56-4D81-BD1B-25F4A81A320C}" dt="2025-02-14T04:38:28.064" v="2374" actId="1036"/>
          <ac:spMkLst>
            <pc:docMk/>
            <pc:sldMk cId="1880302634" sldId="256"/>
            <ac:spMk id="6" creationId="{3BD41AF3-596E-FE02-70C7-22C7C44ACA9A}"/>
          </ac:spMkLst>
        </pc:spChg>
        <pc:picChg chg="add mod">
          <ac:chgData name="Dilip Datta Sai Vankayala" userId="e4791c09a227181a" providerId="LiveId" clId="{95F8BE1E-4E56-4D81-BD1B-25F4A81A320C}" dt="2025-02-13T08:25:00.138" v="1764" actId="14100"/>
          <ac:picMkLst>
            <pc:docMk/>
            <pc:sldMk cId="1880302634" sldId="256"/>
            <ac:picMk id="5" creationId="{5A70D557-4036-526B-2F0E-2B7B6E11B454}"/>
          </ac:picMkLst>
        </pc:picChg>
      </pc:sldChg>
      <pc:sldChg chg="modSp mod modTransition modAnim">
        <pc:chgData name="Dilip Datta Sai Vankayala" userId="e4791c09a227181a" providerId="LiveId" clId="{95F8BE1E-4E56-4D81-BD1B-25F4A81A320C}" dt="2025-02-14T06:39:05.839" v="2604" actId="115"/>
        <pc:sldMkLst>
          <pc:docMk/>
          <pc:sldMk cId="2145252918" sldId="257"/>
        </pc:sldMkLst>
        <pc:spChg chg="mod">
          <ac:chgData name="Dilip Datta Sai Vankayala" userId="e4791c09a227181a" providerId="LiveId" clId="{95F8BE1E-4E56-4D81-BD1B-25F4A81A320C}" dt="2025-02-14T06:39:05.839" v="2604" actId="115"/>
          <ac:spMkLst>
            <pc:docMk/>
            <pc:sldMk cId="2145252918" sldId="257"/>
            <ac:spMk id="2" creationId="{F2C6BF96-2F8F-3AA1-5327-1955E2B93CE0}"/>
          </ac:spMkLst>
        </pc:spChg>
        <pc:spChg chg="mod">
          <ac:chgData name="Dilip Datta Sai Vankayala" userId="e4791c09a227181a" providerId="LiveId" clId="{95F8BE1E-4E56-4D81-BD1B-25F4A81A320C}" dt="2025-02-14T06:37:14.283" v="2592" actId="123"/>
          <ac:spMkLst>
            <pc:docMk/>
            <pc:sldMk cId="2145252918" sldId="257"/>
            <ac:spMk id="3" creationId="{EEAD94EE-AEA3-F42C-FDF8-A21ACBF2CEE0}"/>
          </ac:spMkLst>
        </pc:spChg>
      </pc:sldChg>
      <pc:sldChg chg="modSp mod modTransition modAnim">
        <pc:chgData name="Dilip Datta Sai Vankayala" userId="e4791c09a227181a" providerId="LiveId" clId="{95F8BE1E-4E56-4D81-BD1B-25F4A81A320C}" dt="2025-02-14T06:37:21.335" v="2593" actId="123"/>
        <pc:sldMkLst>
          <pc:docMk/>
          <pc:sldMk cId="4057290806" sldId="258"/>
        </pc:sldMkLst>
        <pc:spChg chg="mod">
          <ac:chgData name="Dilip Datta Sai Vankayala" userId="e4791c09a227181a" providerId="LiveId" clId="{95F8BE1E-4E56-4D81-BD1B-25F4A81A320C}" dt="2025-02-14T04:25:30.986" v="1807"/>
          <ac:spMkLst>
            <pc:docMk/>
            <pc:sldMk cId="4057290806" sldId="258"/>
            <ac:spMk id="2" creationId="{F89EA0A0-899C-0086-3852-96D7EF5ED96B}"/>
          </ac:spMkLst>
        </pc:spChg>
        <pc:spChg chg="mod">
          <ac:chgData name="Dilip Datta Sai Vankayala" userId="e4791c09a227181a" providerId="LiveId" clId="{95F8BE1E-4E56-4D81-BD1B-25F4A81A320C}" dt="2025-02-14T06:37:21.335" v="2593" actId="123"/>
          <ac:spMkLst>
            <pc:docMk/>
            <pc:sldMk cId="4057290806" sldId="258"/>
            <ac:spMk id="3" creationId="{4FE5F9EE-577B-3F43-77ED-51D9666EA7C8}"/>
          </ac:spMkLst>
        </pc:spChg>
      </pc:sldChg>
      <pc:sldChg chg="modSp new mod modTransition modAnim">
        <pc:chgData name="Dilip Datta Sai Vankayala" userId="e4791c09a227181a" providerId="LiveId" clId="{95F8BE1E-4E56-4D81-BD1B-25F4A81A320C}" dt="2025-02-14T06:37:31.875" v="2594" actId="123"/>
        <pc:sldMkLst>
          <pc:docMk/>
          <pc:sldMk cId="3465726664" sldId="259"/>
        </pc:sldMkLst>
        <pc:spChg chg="mod">
          <ac:chgData name="Dilip Datta Sai Vankayala" userId="e4791c09a227181a" providerId="LiveId" clId="{95F8BE1E-4E56-4D81-BD1B-25F4A81A320C}" dt="2025-02-13T04:28:13.819" v="1494" actId="1035"/>
          <ac:spMkLst>
            <pc:docMk/>
            <pc:sldMk cId="3465726664" sldId="259"/>
            <ac:spMk id="2" creationId="{B52D4EB3-3BBD-340F-45E1-5966B1473AD9}"/>
          </ac:spMkLst>
        </pc:spChg>
        <pc:spChg chg="mod">
          <ac:chgData name="Dilip Datta Sai Vankayala" userId="e4791c09a227181a" providerId="LiveId" clId="{95F8BE1E-4E56-4D81-BD1B-25F4A81A320C}" dt="2025-02-14T06:37:31.875" v="2594" actId="123"/>
          <ac:spMkLst>
            <pc:docMk/>
            <pc:sldMk cId="3465726664" sldId="259"/>
            <ac:spMk id="3" creationId="{5EFFB655-1738-EBB4-9921-0BEAC2DE0C86}"/>
          </ac:spMkLst>
        </pc:spChg>
      </pc:sldChg>
      <pc:sldChg chg="modSp new mod modTransition modAnim">
        <pc:chgData name="Dilip Datta Sai Vankayala" userId="e4791c09a227181a" providerId="LiveId" clId="{95F8BE1E-4E56-4D81-BD1B-25F4A81A320C}" dt="2025-02-14T06:37:40.081" v="2595" actId="123"/>
        <pc:sldMkLst>
          <pc:docMk/>
          <pc:sldMk cId="263761285" sldId="260"/>
        </pc:sldMkLst>
        <pc:spChg chg="mod">
          <ac:chgData name="Dilip Datta Sai Vankayala" userId="e4791c09a227181a" providerId="LiveId" clId="{95F8BE1E-4E56-4D81-BD1B-25F4A81A320C}" dt="2025-02-14T04:36:03.515" v="2322" actId="1036"/>
          <ac:spMkLst>
            <pc:docMk/>
            <pc:sldMk cId="263761285" sldId="260"/>
            <ac:spMk id="2" creationId="{6CF988F0-20CA-3722-773B-5016B84D3D98}"/>
          </ac:spMkLst>
        </pc:spChg>
        <pc:spChg chg="mod">
          <ac:chgData name="Dilip Datta Sai Vankayala" userId="e4791c09a227181a" providerId="LiveId" clId="{95F8BE1E-4E56-4D81-BD1B-25F4A81A320C}" dt="2025-02-14T06:37:40.081" v="2595" actId="123"/>
          <ac:spMkLst>
            <pc:docMk/>
            <pc:sldMk cId="263761285" sldId="260"/>
            <ac:spMk id="3" creationId="{395E62A4-F4A1-21A6-CA0B-ECE4EDA1025D}"/>
          </ac:spMkLst>
        </pc:spChg>
      </pc:sldChg>
      <pc:sldChg chg="addSp delSp modSp new del mod">
        <pc:chgData name="Dilip Datta Sai Vankayala" userId="e4791c09a227181a" providerId="LiveId" clId="{95F8BE1E-4E56-4D81-BD1B-25F4A81A320C}" dt="2025-02-12T09:03:04.361" v="240" actId="47"/>
        <pc:sldMkLst>
          <pc:docMk/>
          <pc:sldMk cId="281697303" sldId="261"/>
        </pc:sldMkLst>
      </pc:sldChg>
      <pc:sldChg chg="addSp delSp modSp new del mod">
        <pc:chgData name="Dilip Datta Sai Vankayala" userId="e4791c09a227181a" providerId="LiveId" clId="{95F8BE1E-4E56-4D81-BD1B-25F4A81A320C}" dt="2025-02-12T09:05:00.859" v="320" actId="47"/>
        <pc:sldMkLst>
          <pc:docMk/>
          <pc:sldMk cId="771494961" sldId="261"/>
        </pc:sldMkLst>
      </pc:sldChg>
      <pc:sldChg chg="modSp new mod modTransition modAnim">
        <pc:chgData name="Dilip Datta Sai Vankayala" userId="e4791c09a227181a" providerId="LiveId" clId="{95F8BE1E-4E56-4D81-BD1B-25F4A81A320C}" dt="2025-02-14T06:37:49.264" v="2597" actId="123"/>
        <pc:sldMkLst>
          <pc:docMk/>
          <pc:sldMk cId="2528518938" sldId="261"/>
        </pc:sldMkLst>
        <pc:spChg chg="mod">
          <ac:chgData name="Dilip Datta Sai Vankayala" userId="e4791c09a227181a" providerId="LiveId" clId="{95F8BE1E-4E56-4D81-BD1B-25F4A81A320C}" dt="2025-02-14T04:36:14.158" v="2335" actId="1036"/>
          <ac:spMkLst>
            <pc:docMk/>
            <pc:sldMk cId="2528518938" sldId="261"/>
            <ac:spMk id="2" creationId="{5E6C0C7C-6802-CF30-2C63-721A2AD8CAC7}"/>
          </ac:spMkLst>
        </pc:spChg>
        <pc:spChg chg="mod">
          <ac:chgData name="Dilip Datta Sai Vankayala" userId="e4791c09a227181a" providerId="LiveId" clId="{95F8BE1E-4E56-4D81-BD1B-25F4A81A320C}" dt="2025-02-14T06:37:49.264" v="2597" actId="123"/>
          <ac:spMkLst>
            <pc:docMk/>
            <pc:sldMk cId="2528518938" sldId="261"/>
            <ac:spMk id="3" creationId="{5DF1B5DC-FB97-000F-3900-DFC97EBED36E}"/>
          </ac:spMkLst>
        </pc:spChg>
      </pc:sldChg>
      <pc:sldChg chg="modSp new mod modTransition modAnim">
        <pc:chgData name="Dilip Datta Sai Vankayala" userId="e4791c09a227181a" providerId="LiveId" clId="{95F8BE1E-4E56-4D81-BD1B-25F4A81A320C}" dt="2025-02-14T06:37:57.783" v="2598" actId="123"/>
        <pc:sldMkLst>
          <pc:docMk/>
          <pc:sldMk cId="2571997933" sldId="262"/>
        </pc:sldMkLst>
        <pc:spChg chg="mod">
          <ac:chgData name="Dilip Datta Sai Vankayala" userId="e4791c09a227181a" providerId="LiveId" clId="{95F8BE1E-4E56-4D81-BD1B-25F4A81A320C}" dt="2025-02-12T09:16:41.591" v="524" actId="1035"/>
          <ac:spMkLst>
            <pc:docMk/>
            <pc:sldMk cId="2571997933" sldId="262"/>
            <ac:spMk id="2" creationId="{9A5A1653-43B9-0A9B-7066-969FEE74AF01}"/>
          </ac:spMkLst>
        </pc:spChg>
        <pc:spChg chg="mod">
          <ac:chgData name="Dilip Datta Sai Vankayala" userId="e4791c09a227181a" providerId="LiveId" clId="{95F8BE1E-4E56-4D81-BD1B-25F4A81A320C}" dt="2025-02-14T06:37:57.783" v="2598" actId="123"/>
          <ac:spMkLst>
            <pc:docMk/>
            <pc:sldMk cId="2571997933" sldId="262"/>
            <ac:spMk id="3" creationId="{3AE66EC6-344F-5125-1EB4-2238F3EF316B}"/>
          </ac:spMkLst>
        </pc:spChg>
      </pc:sldChg>
      <pc:sldChg chg="modSp new mod modTransition">
        <pc:chgData name="Dilip Datta Sai Vankayala" userId="e4791c09a227181a" providerId="LiveId" clId="{95F8BE1E-4E56-4D81-BD1B-25F4A81A320C}" dt="2025-02-14T06:38:04.193" v="2599" actId="123"/>
        <pc:sldMkLst>
          <pc:docMk/>
          <pc:sldMk cId="2591020884" sldId="263"/>
        </pc:sldMkLst>
        <pc:spChg chg="mod">
          <ac:chgData name="Dilip Datta Sai Vankayala" userId="e4791c09a227181a" providerId="LiveId" clId="{95F8BE1E-4E56-4D81-BD1B-25F4A81A320C}" dt="2025-02-12T09:16:27.192" v="497" actId="1036"/>
          <ac:spMkLst>
            <pc:docMk/>
            <pc:sldMk cId="2591020884" sldId="263"/>
            <ac:spMk id="2" creationId="{DE60F04E-3821-387D-3B96-02C021326C7C}"/>
          </ac:spMkLst>
        </pc:spChg>
        <pc:spChg chg="mod">
          <ac:chgData name="Dilip Datta Sai Vankayala" userId="e4791c09a227181a" providerId="LiveId" clId="{95F8BE1E-4E56-4D81-BD1B-25F4A81A320C}" dt="2025-02-14T06:38:04.193" v="2599" actId="123"/>
          <ac:spMkLst>
            <pc:docMk/>
            <pc:sldMk cId="2591020884" sldId="263"/>
            <ac:spMk id="3" creationId="{4BCDA859-853E-B24C-426A-58005427AFE8}"/>
          </ac:spMkLst>
        </pc:spChg>
      </pc:sldChg>
      <pc:sldChg chg="modSp new mod modTransition">
        <pc:chgData name="Dilip Datta Sai Vankayala" userId="e4791c09a227181a" providerId="LiveId" clId="{95F8BE1E-4E56-4D81-BD1B-25F4A81A320C}" dt="2025-02-14T06:39:26.102" v="2605" actId="115"/>
        <pc:sldMkLst>
          <pc:docMk/>
          <pc:sldMk cId="1543397250" sldId="264"/>
        </pc:sldMkLst>
        <pc:spChg chg="mod">
          <ac:chgData name="Dilip Datta Sai Vankayala" userId="e4791c09a227181a" providerId="LiveId" clId="{95F8BE1E-4E56-4D81-BD1B-25F4A81A320C}" dt="2025-02-14T06:39:26.102" v="2605" actId="115"/>
          <ac:spMkLst>
            <pc:docMk/>
            <pc:sldMk cId="1543397250" sldId="264"/>
            <ac:spMk id="2" creationId="{70F3A976-0E9C-876E-154D-473DF55AB11C}"/>
          </ac:spMkLst>
        </pc:spChg>
        <pc:spChg chg="mod">
          <ac:chgData name="Dilip Datta Sai Vankayala" userId="e4791c09a227181a" providerId="LiveId" clId="{95F8BE1E-4E56-4D81-BD1B-25F4A81A320C}" dt="2025-02-14T06:38:14.155" v="2600" actId="123"/>
          <ac:spMkLst>
            <pc:docMk/>
            <pc:sldMk cId="1543397250" sldId="264"/>
            <ac:spMk id="3" creationId="{5E34BC09-5451-586D-8EF2-013694F7DC9F}"/>
          </ac:spMkLst>
        </pc:spChg>
      </pc:sldChg>
      <pc:sldChg chg="new del">
        <pc:chgData name="Dilip Datta Sai Vankayala" userId="e4791c09a227181a" providerId="LiveId" clId="{95F8BE1E-4E56-4D81-BD1B-25F4A81A320C}" dt="2025-02-12T09:13:30.348" v="448" actId="47"/>
        <pc:sldMkLst>
          <pc:docMk/>
          <pc:sldMk cId="148768884" sldId="265"/>
        </pc:sldMkLst>
      </pc:sldChg>
      <pc:sldChg chg="addSp delSp modSp new mod modTransition">
        <pc:chgData name="Dilip Datta Sai Vankayala" userId="e4791c09a227181a" providerId="LiveId" clId="{95F8BE1E-4E56-4D81-BD1B-25F4A81A320C}" dt="2025-02-13T04:09:39.943" v="1212"/>
        <pc:sldMkLst>
          <pc:docMk/>
          <pc:sldMk cId="3960455727" sldId="265"/>
        </pc:sldMkLst>
        <pc:spChg chg="del">
          <ac:chgData name="Dilip Datta Sai Vankayala" userId="e4791c09a227181a" providerId="LiveId" clId="{95F8BE1E-4E56-4D81-BD1B-25F4A81A320C}" dt="2025-02-13T03:50:12.612" v="1151" actId="478"/>
          <ac:spMkLst>
            <pc:docMk/>
            <pc:sldMk cId="3960455727" sldId="265"/>
            <ac:spMk id="2" creationId="{3013DF95-F757-0E81-1E4E-40FCBD20599F}"/>
          </ac:spMkLst>
        </pc:spChg>
        <pc:spChg chg="del mod">
          <ac:chgData name="Dilip Datta Sai Vankayala" userId="e4791c09a227181a" providerId="LiveId" clId="{95F8BE1E-4E56-4D81-BD1B-25F4A81A320C}" dt="2025-02-13T03:55:26.666" v="1156" actId="931"/>
          <ac:spMkLst>
            <pc:docMk/>
            <pc:sldMk cId="3960455727" sldId="265"/>
            <ac:spMk id="3" creationId="{B895F862-54AB-DE5A-BB87-C9FA84746F4A}"/>
          </ac:spMkLst>
        </pc:spChg>
        <pc:spChg chg="add del mod">
          <ac:chgData name="Dilip Datta Sai Vankayala" userId="e4791c09a227181a" providerId="LiveId" clId="{95F8BE1E-4E56-4D81-BD1B-25F4A81A320C}" dt="2025-02-13T03:56:43.571" v="1161" actId="931"/>
          <ac:spMkLst>
            <pc:docMk/>
            <pc:sldMk cId="3960455727" sldId="265"/>
            <ac:spMk id="7" creationId="{30F28EDA-0EC1-D6EB-30F7-A3897A1C6F6D}"/>
          </ac:spMkLst>
        </pc:spChg>
        <pc:spChg chg="add del mod">
          <ac:chgData name="Dilip Datta Sai Vankayala" userId="e4791c09a227181a" providerId="LiveId" clId="{95F8BE1E-4E56-4D81-BD1B-25F4A81A320C}" dt="2025-02-13T04:00:25.589" v="1167" actId="931"/>
          <ac:spMkLst>
            <pc:docMk/>
            <pc:sldMk cId="3960455727" sldId="265"/>
            <ac:spMk id="11" creationId="{3AD70B7E-F652-D914-DD58-157B1F6A30EF}"/>
          </ac:spMkLst>
        </pc:spChg>
        <pc:picChg chg="add del mod">
          <ac:chgData name="Dilip Datta Sai Vankayala" userId="e4791c09a227181a" providerId="LiveId" clId="{95F8BE1E-4E56-4D81-BD1B-25F4A81A320C}" dt="2025-02-13T03:55:50.821" v="1160" actId="478"/>
          <ac:picMkLst>
            <pc:docMk/>
            <pc:sldMk cId="3960455727" sldId="265"/>
            <ac:picMk id="5" creationId="{9A1E6227-E8F8-6B97-875E-E3655ED6B5C4}"/>
          </ac:picMkLst>
        </pc:picChg>
        <pc:picChg chg="add del mod">
          <ac:chgData name="Dilip Datta Sai Vankayala" userId="e4791c09a227181a" providerId="LiveId" clId="{95F8BE1E-4E56-4D81-BD1B-25F4A81A320C}" dt="2025-02-13T03:57:13.619" v="1166" actId="478"/>
          <ac:picMkLst>
            <pc:docMk/>
            <pc:sldMk cId="3960455727" sldId="265"/>
            <ac:picMk id="9" creationId="{DECD5596-D3AB-9B0C-9474-E85A1F4EB36B}"/>
          </ac:picMkLst>
        </pc:picChg>
        <pc:picChg chg="add mod">
          <ac:chgData name="Dilip Datta Sai Vankayala" userId="e4791c09a227181a" providerId="LiveId" clId="{95F8BE1E-4E56-4D81-BD1B-25F4A81A320C}" dt="2025-02-13T04:01:40.521" v="1176" actId="1440"/>
          <ac:picMkLst>
            <pc:docMk/>
            <pc:sldMk cId="3960455727" sldId="265"/>
            <ac:picMk id="13" creationId="{7A7E42F6-FE2C-0D77-A9E6-7EFB6525B686}"/>
          </ac:picMkLst>
        </pc:picChg>
      </pc:sldChg>
      <pc:sldChg chg="addSp delSp modSp new mod modTransition">
        <pc:chgData name="Dilip Datta Sai Vankayala" userId="e4791c09a227181a" providerId="LiveId" clId="{95F8BE1E-4E56-4D81-BD1B-25F4A81A320C}" dt="2025-02-14T07:24:07.507" v="2609" actId="478"/>
        <pc:sldMkLst>
          <pc:docMk/>
          <pc:sldMk cId="3785812066" sldId="266"/>
        </pc:sldMkLst>
        <pc:spChg chg="mod">
          <ac:chgData name="Dilip Datta Sai Vankayala" userId="e4791c09a227181a" providerId="LiveId" clId="{95F8BE1E-4E56-4D81-BD1B-25F4A81A320C}" dt="2025-02-14T06:38:54.054" v="2603" actId="20577"/>
          <ac:spMkLst>
            <pc:docMk/>
            <pc:sldMk cId="3785812066" sldId="266"/>
            <ac:spMk id="2" creationId="{9CF6B57D-46C2-262B-3866-A0AE8322AFB6}"/>
          </ac:spMkLst>
        </pc:spChg>
        <pc:spChg chg="mod">
          <ac:chgData name="Dilip Datta Sai Vankayala" userId="e4791c09a227181a" providerId="LiveId" clId="{95F8BE1E-4E56-4D81-BD1B-25F4A81A320C}" dt="2025-02-14T06:43:04.783" v="2607" actId="12"/>
          <ac:spMkLst>
            <pc:docMk/>
            <pc:sldMk cId="3785812066" sldId="266"/>
            <ac:spMk id="3" creationId="{6D5CACA2-FFE8-4282-8963-E22850DAB993}"/>
          </ac:spMkLst>
        </pc:spChg>
        <pc:spChg chg="add del">
          <ac:chgData name="Dilip Datta Sai Vankayala" userId="e4791c09a227181a" providerId="LiveId" clId="{95F8BE1E-4E56-4D81-BD1B-25F4A81A320C}" dt="2025-02-14T07:24:07.507" v="2609" actId="478"/>
          <ac:spMkLst>
            <pc:docMk/>
            <pc:sldMk cId="3785812066" sldId="266"/>
            <ac:spMk id="4" creationId="{2C94E131-C060-31D8-7E7A-57D0782584A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4489A7-D0A4-4EF8-B0E9-B98CEC86A4A5}"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767775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4489A7-D0A4-4EF8-B0E9-B98CEC86A4A5}"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560464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4489A7-D0A4-4EF8-B0E9-B98CEC86A4A5}"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3326627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729271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4489A7-D0A4-4EF8-B0E9-B98CEC86A4A5}" type="datetimeFigureOut">
              <a:rPr lang="en-IN" smtClean="0"/>
              <a:t>15-02-2025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71706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4489A7-D0A4-4EF8-B0E9-B98CEC86A4A5}" type="datetimeFigureOut">
              <a:rPr lang="en-IN" smtClean="0"/>
              <a:t>15-02-2025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618641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4489A7-D0A4-4EF8-B0E9-B98CEC86A4A5}" type="datetimeFigureOut">
              <a:rPr lang="en-IN" smtClean="0"/>
              <a:t>15-02-2025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111999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3123763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58957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77046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243860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93650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4489A7-D0A4-4EF8-B0E9-B98CEC86A4A5}"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084733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4489A7-D0A4-4EF8-B0E9-B98CEC86A4A5}" type="datetimeFigureOut">
              <a:rPr lang="en-IN" smtClean="0"/>
              <a:t>15-02-2025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2538384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4489A7-D0A4-4EF8-B0E9-B98CEC86A4A5}" type="datetimeFigureOut">
              <a:rPr lang="en-IN" smtClean="0"/>
              <a:t>15-02-2025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1660285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4489A7-D0A4-4EF8-B0E9-B98CEC86A4A5}"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808042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4489A7-D0A4-4EF8-B0E9-B98CEC86A4A5}"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FBE226-8CC0-4068-A4EC-0B17D2D32D62}" type="slidenum">
              <a:rPr lang="en-IN" smtClean="0"/>
              <a:t>‹#›</a:t>
            </a:fld>
            <a:endParaRPr lang="en-IN"/>
          </a:p>
        </p:txBody>
      </p:sp>
    </p:spTree>
    <p:extLst>
      <p:ext uri="{BB962C8B-B14F-4D97-AF65-F5344CB8AC3E}">
        <p14:creationId xmlns:p14="http://schemas.microsoft.com/office/powerpoint/2010/main" val="3184086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94489A7-D0A4-4EF8-B0E9-B98CEC86A4A5}" type="datetimeFigureOut">
              <a:rPr lang="en-IN" smtClean="0"/>
              <a:t>15-02-2025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5FBE226-8CC0-4068-A4EC-0B17D2D32D62}" type="slidenum">
              <a:rPr lang="en-IN" smtClean="0"/>
              <a:t>‹#›</a:t>
            </a:fld>
            <a:endParaRPr lang="en-IN"/>
          </a:p>
        </p:txBody>
      </p:sp>
    </p:spTree>
    <p:extLst>
      <p:ext uri="{BB962C8B-B14F-4D97-AF65-F5344CB8AC3E}">
        <p14:creationId xmlns:p14="http://schemas.microsoft.com/office/powerpoint/2010/main" val="3005156325"/>
      </p:ext>
    </p:extLst>
  </p:cSld>
  <p:clrMap bg1="dk1" tx1="lt1" bg2="dk2" tx2="lt2" accent1="accent1" accent2="accent2" accent3="accent3" accent4="accent4" accent5="accent5" accent6="accent6" hlink="hlink" folHlink="folHlink"/>
  <p:sldLayoutIdLst>
    <p:sldLayoutId id="2147483990" r:id="rId1"/>
    <p:sldLayoutId id="2147483991" r:id="rId2"/>
    <p:sldLayoutId id="2147483992" r:id="rId3"/>
    <p:sldLayoutId id="2147483993" r:id="rId4"/>
    <p:sldLayoutId id="2147483994" r:id="rId5"/>
    <p:sldLayoutId id="2147483995" r:id="rId6"/>
    <p:sldLayoutId id="2147483996" r:id="rId7"/>
    <p:sldLayoutId id="2147483997" r:id="rId8"/>
    <p:sldLayoutId id="2147483998" r:id="rId9"/>
    <p:sldLayoutId id="2147483999" r:id="rId10"/>
    <p:sldLayoutId id="2147484000" r:id="rId11"/>
    <p:sldLayoutId id="2147484001" r:id="rId12"/>
    <p:sldLayoutId id="2147484002" r:id="rId13"/>
    <p:sldLayoutId id="2147484003" r:id="rId14"/>
    <p:sldLayoutId id="2147484004" r:id="rId15"/>
    <p:sldLayoutId id="2147484005" r:id="rId16"/>
    <p:sldLayoutId id="2147484006"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A8914-C825-0C8B-B2D3-1790A82610C6}"/>
              </a:ext>
            </a:extLst>
          </p:cNvPr>
          <p:cNvSpPr>
            <a:spLocks noGrp="1"/>
          </p:cNvSpPr>
          <p:nvPr>
            <p:ph type="ctrTitle"/>
          </p:nvPr>
        </p:nvSpPr>
        <p:spPr>
          <a:xfrm>
            <a:off x="1366684" y="1602661"/>
            <a:ext cx="9899300" cy="2348939"/>
          </a:xfrm>
        </p:spPr>
        <p:txBody>
          <a:bodyPr>
            <a:noAutofit/>
          </a:bodyPr>
          <a:lstStyle/>
          <a:p>
            <a:r>
              <a:rPr lang="en-US" sz="2800" b="1" dirty="0"/>
              <a:t>Advanced Bitcoin Market Price Forecasting Using M-M Modeling and LSTM Recurrent Neural Networks with Hybrid Deep Learning Techniques</a:t>
            </a:r>
            <a:endParaRPr lang="en-IN" sz="2800" b="1" dirty="0"/>
          </a:p>
        </p:txBody>
      </p:sp>
      <p:sp>
        <p:nvSpPr>
          <p:cNvPr id="3" name="Subtitle 2">
            <a:extLst>
              <a:ext uri="{FF2B5EF4-FFF2-40B4-BE49-F238E27FC236}">
                <a16:creationId xmlns:a16="http://schemas.microsoft.com/office/drawing/2014/main" id="{4214860E-6EC6-17B6-13C1-D02BB655EC66}"/>
              </a:ext>
            </a:extLst>
          </p:cNvPr>
          <p:cNvSpPr>
            <a:spLocks noGrp="1"/>
          </p:cNvSpPr>
          <p:nvPr>
            <p:ph type="subTitle" idx="1"/>
          </p:nvPr>
        </p:nvSpPr>
        <p:spPr>
          <a:xfrm>
            <a:off x="1204454" y="4277037"/>
            <a:ext cx="4734230" cy="3421621"/>
          </a:xfrm>
        </p:spPr>
        <p:txBody>
          <a:bodyPr>
            <a:normAutofit fontScale="77500" lnSpcReduction="20000"/>
          </a:bodyPr>
          <a:lstStyle/>
          <a:p>
            <a:pPr algn="l"/>
            <a:r>
              <a:rPr lang="en-IN" sz="2600" dirty="0"/>
              <a:t>       Presented by:</a:t>
            </a:r>
          </a:p>
          <a:p>
            <a:pPr algn="l"/>
            <a:r>
              <a:rPr lang="en-IN" sz="2600" dirty="0" err="1"/>
              <a:t>S.Tejaswi</a:t>
            </a:r>
            <a:r>
              <a:rPr lang="en-IN" sz="2600" dirty="0"/>
              <a:t> (21MQ1A4226) </a:t>
            </a:r>
          </a:p>
          <a:p>
            <a:pPr algn="l"/>
            <a:r>
              <a:rPr lang="en-IN" sz="2600" dirty="0" err="1"/>
              <a:t>V.Dilip</a:t>
            </a:r>
            <a:r>
              <a:rPr lang="en-IN" sz="2600" dirty="0"/>
              <a:t> Datta Sai (21MQ1A4256) </a:t>
            </a:r>
          </a:p>
          <a:p>
            <a:pPr algn="l"/>
            <a:r>
              <a:rPr lang="en-IN" sz="2600" dirty="0" err="1"/>
              <a:t>Md.Neelofar</a:t>
            </a:r>
            <a:r>
              <a:rPr lang="en-IN" sz="2600" dirty="0"/>
              <a:t>(21MQ1A4220)</a:t>
            </a:r>
          </a:p>
          <a:p>
            <a:pPr algn="l"/>
            <a:r>
              <a:rPr lang="en-IN" sz="2600" dirty="0" err="1"/>
              <a:t>R.Kapil</a:t>
            </a:r>
            <a:r>
              <a:rPr lang="en-IN" sz="2600" dirty="0"/>
              <a:t> Harsha(21MQ1A4252)</a:t>
            </a:r>
          </a:p>
          <a:p>
            <a:endParaRPr lang="en-IN" dirty="0"/>
          </a:p>
          <a:p>
            <a:br>
              <a:rPr lang="en-IN" dirty="0"/>
            </a:br>
            <a:endParaRPr lang="en-IN" dirty="0"/>
          </a:p>
        </p:txBody>
      </p:sp>
      <p:sp>
        <p:nvSpPr>
          <p:cNvPr id="6" name="TextBox 5">
            <a:extLst>
              <a:ext uri="{FF2B5EF4-FFF2-40B4-BE49-F238E27FC236}">
                <a16:creationId xmlns:a16="http://schemas.microsoft.com/office/drawing/2014/main" id="{3BD41AF3-596E-FE02-70C7-22C7C44ACA9A}"/>
              </a:ext>
            </a:extLst>
          </p:cNvPr>
          <p:cNvSpPr txBox="1"/>
          <p:nvPr/>
        </p:nvSpPr>
        <p:spPr>
          <a:xfrm>
            <a:off x="7728155" y="4473687"/>
            <a:ext cx="3844413" cy="1015663"/>
          </a:xfrm>
          <a:prstGeom prst="rect">
            <a:avLst/>
          </a:prstGeom>
          <a:noFill/>
        </p:spPr>
        <p:txBody>
          <a:bodyPr wrap="square" rtlCol="0">
            <a:spAutoFit/>
          </a:bodyPr>
          <a:lstStyle/>
          <a:p>
            <a:r>
              <a:rPr lang="en-IN" sz="2000" dirty="0"/>
              <a:t>Under the Guidance of:</a:t>
            </a:r>
          </a:p>
          <a:p>
            <a:r>
              <a:rPr lang="en-IN" sz="2000" dirty="0" err="1"/>
              <a:t>M.Naresh</a:t>
            </a:r>
            <a:r>
              <a:rPr lang="en-IN" sz="2000" dirty="0"/>
              <a:t> Babu,</a:t>
            </a:r>
          </a:p>
          <a:p>
            <a:r>
              <a:rPr lang="en-IN" sz="2000" dirty="0"/>
              <a:t>Assistant Professor</a:t>
            </a:r>
          </a:p>
        </p:txBody>
      </p:sp>
      <p:pic>
        <p:nvPicPr>
          <p:cNvPr id="7" name="Picture 6">
            <a:extLst>
              <a:ext uri="{FF2B5EF4-FFF2-40B4-BE49-F238E27FC236}">
                <a16:creationId xmlns:a16="http://schemas.microsoft.com/office/drawing/2014/main" id="{434ECA4A-3673-37C1-FF89-FC876C8E3B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771650"/>
          </a:xfrm>
          <a:prstGeom prst="rect">
            <a:avLst/>
          </a:prstGeom>
        </p:spPr>
      </p:pic>
    </p:spTree>
    <p:extLst>
      <p:ext uri="{BB962C8B-B14F-4D97-AF65-F5344CB8AC3E}">
        <p14:creationId xmlns:p14="http://schemas.microsoft.com/office/powerpoint/2010/main" val="18803026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B57D-46C2-262B-3866-A0AE8322AFB6}"/>
              </a:ext>
            </a:extLst>
          </p:cNvPr>
          <p:cNvSpPr>
            <a:spLocks noGrp="1"/>
          </p:cNvSpPr>
          <p:nvPr>
            <p:ph type="title"/>
          </p:nvPr>
        </p:nvSpPr>
        <p:spPr>
          <a:xfrm>
            <a:off x="913795" y="550608"/>
            <a:ext cx="10353761" cy="1326321"/>
          </a:xfrm>
        </p:spPr>
        <p:txBody>
          <a:bodyPr>
            <a:normAutofit/>
          </a:bodyPr>
          <a:lstStyle/>
          <a:p>
            <a:r>
              <a:rPr lang="en-IN" sz="6600" u="sng" dirty="0" err="1"/>
              <a:t>CONtents</a:t>
            </a:r>
            <a:endParaRPr lang="en-IN" sz="6600" u="sng" dirty="0"/>
          </a:p>
        </p:txBody>
      </p:sp>
      <p:sp>
        <p:nvSpPr>
          <p:cNvPr id="3" name="Content Placeholder 2">
            <a:extLst>
              <a:ext uri="{FF2B5EF4-FFF2-40B4-BE49-F238E27FC236}">
                <a16:creationId xmlns:a16="http://schemas.microsoft.com/office/drawing/2014/main" id="{6D5CACA2-FFE8-4282-8963-E22850DAB993}"/>
              </a:ext>
            </a:extLst>
          </p:cNvPr>
          <p:cNvSpPr>
            <a:spLocks noGrp="1"/>
          </p:cNvSpPr>
          <p:nvPr>
            <p:ph idx="1"/>
          </p:nvPr>
        </p:nvSpPr>
        <p:spPr>
          <a:xfrm>
            <a:off x="913794" y="1958413"/>
            <a:ext cx="10806257" cy="4462052"/>
          </a:xfrm>
        </p:spPr>
        <p:txBody>
          <a:bodyPr>
            <a:normAutofit/>
          </a:bodyPr>
          <a:lstStyle/>
          <a:p>
            <a:pPr>
              <a:buFont typeface="Wingdings" panose="05000000000000000000" pitchFamily="2" charset="2"/>
              <a:buChar char="v"/>
            </a:pPr>
            <a:r>
              <a:rPr lang="en-IN" sz="2400" dirty="0"/>
              <a:t>ABSTRACT</a:t>
            </a:r>
          </a:p>
          <a:p>
            <a:pPr>
              <a:buFont typeface="Wingdings" panose="05000000000000000000" pitchFamily="2" charset="2"/>
              <a:buChar char="v"/>
            </a:pPr>
            <a:r>
              <a:rPr lang="en-IN" sz="2400" dirty="0"/>
              <a:t>EXISTING SYSTEM</a:t>
            </a:r>
          </a:p>
          <a:p>
            <a:pPr>
              <a:buFont typeface="Wingdings" panose="05000000000000000000" pitchFamily="2" charset="2"/>
              <a:buChar char="v"/>
            </a:pPr>
            <a:r>
              <a:rPr lang="en-IN" sz="2400" dirty="0"/>
              <a:t>PROPOSED SYSTEM</a:t>
            </a:r>
          </a:p>
          <a:p>
            <a:pPr>
              <a:buFont typeface="Wingdings" panose="05000000000000000000" pitchFamily="2" charset="2"/>
              <a:buChar char="v"/>
            </a:pPr>
            <a:r>
              <a:rPr lang="en-IN" sz="2400" dirty="0"/>
              <a:t>HARDWARE REQUIREMENTS</a:t>
            </a:r>
          </a:p>
          <a:p>
            <a:pPr>
              <a:buFont typeface="Wingdings" panose="05000000000000000000" pitchFamily="2" charset="2"/>
              <a:buChar char="v"/>
            </a:pPr>
            <a:r>
              <a:rPr lang="en-IN" sz="2400" dirty="0"/>
              <a:t>SOFTWARE REQUIREMENTS</a:t>
            </a:r>
          </a:p>
          <a:p>
            <a:pPr>
              <a:buFont typeface="Wingdings" panose="05000000000000000000" pitchFamily="2" charset="2"/>
              <a:buChar char="v"/>
            </a:pPr>
            <a:r>
              <a:rPr lang="en-IN" sz="2400" dirty="0"/>
              <a:t>KEY FEATURES</a:t>
            </a:r>
          </a:p>
          <a:p>
            <a:pPr>
              <a:buFont typeface="Wingdings" panose="05000000000000000000" pitchFamily="2" charset="2"/>
              <a:buChar char="v"/>
            </a:pPr>
            <a:r>
              <a:rPr lang="en-IN" sz="2400" dirty="0"/>
              <a:t>APPLICATIONS</a:t>
            </a:r>
          </a:p>
          <a:p>
            <a:pPr>
              <a:buFont typeface="Wingdings" panose="05000000000000000000" pitchFamily="2" charset="2"/>
              <a:buChar char="v"/>
            </a:pPr>
            <a:r>
              <a:rPr lang="en-IN" sz="2400" dirty="0"/>
              <a:t>CONCLUSION</a:t>
            </a:r>
          </a:p>
        </p:txBody>
      </p:sp>
    </p:spTree>
    <p:extLst>
      <p:ext uri="{BB962C8B-B14F-4D97-AF65-F5344CB8AC3E}">
        <p14:creationId xmlns:p14="http://schemas.microsoft.com/office/powerpoint/2010/main" val="378581206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BF96-2F8F-3AA1-5327-1955E2B93CE0}"/>
              </a:ext>
            </a:extLst>
          </p:cNvPr>
          <p:cNvSpPr>
            <a:spLocks noGrp="1"/>
          </p:cNvSpPr>
          <p:nvPr>
            <p:ph type="title"/>
          </p:nvPr>
        </p:nvSpPr>
        <p:spPr>
          <a:xfrm>
            <a:off x="838200" y="362045"/>
            <a:ext cx="10515600" cy="1325563"/>
          </a:xfrm>
        </p:spPr>
        <p:txBody>
          <a:bodyPr>
            <a:normAutofit/>
          </a:bodyPr>
          <a:lstStyle/>
          <a:p>
            <a:r>
              <a:rPr lang="en-IN" sz="6000" b="1" u="sng" dirty="0"/>
              <a:t>Abstract</a:t>
            </a:r>
          </a:p>
        </p:txBody>
      </p:sp>
      <p:sp>
        <p:nvSpPr>
          <p:cNvPr id="3" name="Content Placeholder 2">
            <a:extLst>
              <a:ext uri="{FF2B5EF4-FFF2-40B4-BE49-F238E27FC236}">
                <a16:creationId xmlns:a16="http://schemas.microsoft.com/office/drawing/2014/main" id="{EEAD94EE-AEA3-F42C-FDF8-A21ACBF2CEE0}"/>
              </a:ext>
            </a:extLst>
          </p:cNvPr>
          <p:cNvSpPr>
            <a:spLocks noGrp="1"/>
          </p:cNvSpPr>
          <p:nvPr>
            <p:ph idx="1"/>
          </p:nvPr>
        </p:nvSpPr>
        <p:spPr>
          <a:xfrm>
            <a:off x="838200" y="1716507"/>
            <a:ext cx="10515600" cy="4652960"/>
          </a:xfrm>
        </p:spPr>
        <p:txBody>
          <a:bodyPr>
            <a:normAutofit fontScale="92500" lnSpcReduction="20000"/>
          </a:bodyPr>
          <a:lstStyle/>
          <a:p>
            <a:pPr marL="0" indent="0" algn="just">
              <a:buNone/>
            </a:pPr>
            <a:r>
              <a:rPr lang="en-US" sz="2800" dirty="0"/>
              <a:t>This project focuses on developing an advanced forecasting system for Bitcoin market price prediction using M-M (Mathematical Modeling) techniques and Long Short-Term Memory (LSTM) Recurrent Neural Networks. By integrating hybrid deep learning models, the system aims to capture complex price trends, volatility, and market sentiment. It leverages historical price data, trading volume, macroeconomic indicators, and social media sentiment analysis to enhance prediction accuracy. The goal is to assist traders, investors, and financial analysts in making data-driven decisions, reducing risks, and optimizing investment strategies in the highly volatile cryptocurrency market. </a:t>
            </a:r>
            <a:endParaRPr lang="en-US" sz="3600" dirty="0"/>
          </a:p>
        </p:txBody>
      </p:sp>
    </p:spTree>
    <p:extLst>
      <p:ext uri="{BB962C8B-B14F-4D97-AF65-F5344CB8AC3E}">
        <p14:creationId xmlns:p14="http://schemas.microsoft.com/office/powerpoint/2010/main" val="214525291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A0A0-899C-0086-3852-96D7EF5ED96B}"/>
              </a:ext>
            </a:extLst>
          </p:cNvPr>
          <p:cNvSpPr>
            <a:spLocks noGrp="1"/>
          </p:cNvSpPr>
          <p:nvPr>
            <p:ph type="title"/>
          </p:nvPr>
        </p:nvSpPr>
        <p:spPr/>
        <p:txBody>
          <a:bodyPr>
            <a:normAutofit/>
          </a:bodyPr>
          <a:lstStyle/>
          <a:p>
            <a:r>
              <a:rPr lang="en-IN" sz="6000" b="1" dirty="0"/>
              <a:t>Existing System</a:t>
            </a:r>
          </a:p>
        </p:txBody>
      </p:sp>
      <p:sp>
        <p:nvSpPr>
          <p:cNvPr id="3" name="Content Placeholder 2">
            <a:extLst>
              <a:ext uri="{FF2B5EF4-FFF2-40B4-BE49-F238E27FC236}">
                <a16:creationId xmlns:a16="http://schemas.microsoft.com/office/drawing/2014/main" id="{4FE5F9EE-577B-3F43-77ED-51D9666EA7C8}"/>
              </a:ext>
            </a:extLst>
          </p:cNvPr>
          <p:cNvSpPr>
            <a:spLocks noGrp="1"/>
          </p:cNvSpPr>
          <p:nvPr>
            <p:ph idx="1"/>
          </p:nvPr>
        </p:nvSpPr>
        <p:spPr>
          <a:xfrm>
            <a:off x="913795" y="2096064"/>
            <a:ext cx="10353762" cy="4452220"/>
          </a:xfrm>
        </p:spPr>
        <p:txBody>
          <a:bodyPr>
            <a:normAutofit fontScale="85000" lnSpcReduction="20000"/>
          </a:bodyPr>
          <a:lstStyle/>
          <a:p>
            <a:pPr algn="just">
              <a:buFont typeface="Wingdings" panose="05000000000000000000" pitchFamily="2" charset="2"/>
              <a:buChar char="Ø"/>
            </a:pPr>
            <a:r>
              <a:rPr lang="en-IN" sz="3600" dirty="0"/>
              <a:t>Traditional statistical models:</a:t>
            </a:r>
          </a:p>
          <a:p>
            <a:pPr lvl="1" algn="just"/>
            <a:r>
              <a:rPr lang="en-IN" sz="3600" dirty="0"/>
              <a:t>ARIMA (Autoregressive Integrated Moving Average)</a:t>
            </a:r>
          </a:p>
          <a:p>
            <a:pPr lvl="1" algn="just"/>
            <a:r>
              <a:rPr lang="en-IN" sz="3600" dirty="0"/>
              <a:t>GARCH (Generalized Autoregressive Conditional Heteroskedasticity)</a:t>
            </a:r>
          </a:p>
          <a:p>
            <a:pPr algn="just">
              <a:buFont typeface="Wingdings" panose="05000000000000000000" pitchFamily="2" charset="2"/>
              <a:buChar char="Ø"/>
            </a:pPr>
            <a:r>
              <a:rPr lang="en-IN" sz="3600" dirty="0"/>
              <a:t>Challenges:</a:t>
            </a:r>
          </a:p>
          <a:p>
            <a:pPr lvl="1" algn="just"/>
            <a:r>
              <a:rPr lang="en-IN" sz="3600" dirty="0"/>
              <a:t>Limited ability to handle non-linearity and market volatility.</a:t>
            </a:r>
          </a:p>
          <a:p>
            <a:pPr lvl="1" algn="just"/>
            <a:r>
              <a:rPr lang="en-IN" sz="3600" dirty="0"/>
              <a:t>Inefficient in capturing complex dependencies.</a:t>
            </a:r>
          </a:p>
          <a:p>
            <a:pPr marL="0" indent="0">
              <a:buNone/>
            </a:pPr>
            <a:endParaRPr lang="en-IN" dirty="0"/>
          </a:p>
        </p:txBody>
      </p:sp>
    </p:spTree>
    <p:extLst>
      <p:ext uri="{BB962C8B-B14F-4D97-AF65-F5344CB8AC3E}">
        <p14:creationId xmlns:p14="http://schemas.microsoft.com/office/powerpoint/2010/main" val="40572908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4EB3-3BBD-340F-45E1-5966B1473AD9}"/>
              </a:ext>
            </a:extLst>
          </p:cNvPr>
          <p:cNvSpPr>
            <a:spLocks noGrp="1"/>
          </p:cNvSpPr>
          <p:nvPr>
            <p:ph type="title"/>
          </p:nvPr>
        </p:nvSpPr>
        <p:spPr>
          <a:xfrm>
            <a:off x="838200" y="745503"/>
            <a:ext cx="10515600" cy="1325563"/>
          </a:xfrm>
        </p:spPr>
        <p:txBody>
          <a:bodyPr>
            <a:normAutofit fontScale="90000"/>
          </a:bodyPr>
          <a:lstStyle/>
          <a:p>
            <a:r>
              <a:rPr lang="en-IN" sz="6700" b="1" dirty="0"/>
              <a:t>Proposed System</a:t>
            </a:r>
            <a:br>
              <a:rPr lang="en-IN" dirty="0"/>
            </a:br>
            <a:endParaRPr lang="en-IN" dirty="0"/>
          </a:p>
        </p:txBody>
      </p:sp>
      <p:sp>
        <p:nvSpPr>
          <p:cNvPr id="3" name="Content Placeholder 2">
            <a:extLst>
              <a:ext uri="{FF2B5EF4-FFF2-40B4-BE49-F238E27FC236}">
                <a16:creationId xmlns:a16="http://schemas.microsoft.com/office/drawing/2014/main" id="{5EFFB655-1738-EBB4-9921-0BEAC2DE0C86}"/>
              </a:ext>
            </a:extLst>
          </p:cNvPr>
          <p:cNvSpPr>
            <a:spLocks noGrp="1"/>
          </p:cNvSpPr>
          <p:nvPr>
            <p:ph idx="1"/>
          </p:nvPr>
        </p:nvSpPr>
        <p:spPr>
          <a:xfrm>
            <a:off x="838200" y="2012800"/>
            <a:ext cx="10515600" cy="4351338"/>
          </a:xfrm>
        </p:spPr>
        <p:txBody>
          <a:bodyPr>
            <a:normAutofit fontScale="85000" lnSpcReduction="20000"/>
          </a:bodyPr>
          <a:lstStyle/>
          <a:p>
            <a:pPr algn="just">
              <a:buFont typeface="Wingdings" panose="05000000000000000000" pitchFamily="2" charset="2"/>
              <a:buChar char="Ø"/>
            </a:pPr>
            <a:r>
              <a:rPr lang="en-IN" sz="3600" dirty="0"/>
              <a:t>Hybrid model combining:</a:t>
            </a:r>
          </a:p>
          <a:p>
            <a:pPr marL="742950" lvl="1" indent="-285750" algn="just">
              <a:buFont typeface="Arial" panose="020B0604020202020204" pitchFamily="34" charset="0"/>
              <a:buChar char="•"/>
            </a:pPr>
            <a:r>
              <a:rPr lang="en-IN" sz="3600" dirty="0"/>
              <a:t>ARIMAX + GARCHX for initial forecasting.</a:t>
            </a:r>
          </a:p>
          <a:p>
            <a:pPr marL="742950" lvl="1" indent="-285750" algn="just">
              <a:buFont typeface="Arial" panose="020B0604020202020204" pitchFamily="34" charset="0"/>
              <a:buChar char="•"/>
            </a:pPr>
            <a:r>
              <a:rPr lang="en-IN" sz="3600" dirty="0"/>
              <a:t>LSTM (Long Short-Term Memory) for residual forecasting.</a:t>
            </a:r>
          </a:p>
          <a:p>
            <a:pPr marL="742950" lvl="1" indent="-285750" algn="just">
              <a:buFont typeface="Arial" panose="020B0604020202020204" pitchFamily="34" charset="0"/>
              <a:buChar char="•"/>
            </a:pPr>
            <a:r>
              <a:rPr lang="en-IN" sz="3600" dirty="0"/>
              <a:t>Grey Wolf Optimization (GWO) for hyperparameter tuning.</a:t>
            </a:r>
          </a:p>
          <a:p>
            <a:pPr algn="just">
              <a:buFont typeface="Wingdings" panose="05000000000000000000" pitchFamily="2" charset="2"/>
              <a:buChar char="Ø"/>
            </a:pPr>
            <a:r>
              <a:rPr lang="en-IN" sz="3600" dirty="0"/>
              <a:t>Incorporates real-time sentiment analysis and market indicators.</a:t>
            </a:r>
          </a:p>
          <a:p>
            <a:endParaRPr lang="en-IN" dirty="0"/>
          </a:p>
        </p:txBody>
      </p:sp>
    </p:spTree>
    <p:extLst>
      <p:ext uri="{BB962C8B-B14F-4D97-AF65-F5344CB8AC3E}">
        <p14:creationId xmlns:p14="http://schemas.microsoft.com/office/powerpoint/2010/main" val="34657266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988F0-20CA-3722-773B-5016B84D3D98}"/>
              </a:ext>
            </a:extLst>
          </p:cNvPr>
          <p:cNvSpPr>
            <a:spLocks noGrp="1"/>
          </p:cNvSpPr>
          <p:nvPr>
            <p:ph type="title"/>
          </p:nvPr>
        </p:nvSpPr>
        <p:spPr>
          <a:xfrm>
            <a:off x="907025" y="624383"/>
            <a:ext cx="10515600" cy="1325563"/>
          </a:xfrm>
        </p:spPr>
        <p:txBody>
          <a:bodyPr>
            <a:normAutofit/>
          </a:bodyPr>
          <a:lstStyle/>
          <a:p>
            <a:r>
              <a:rPr lang="en-IN" sz="5300" b="1" dirty="0"/>
              <a:t>Hardware Requirements</a:t>
            </a:r>
            <a:br>
              <a:rPr lang="en-IN" dirty="0"/>
            </a:br>
            <a:endParaRPr lang="en-IN" dirty="0"/>
          </a:p>
        </p:txBody>
      </p:sp>
      <p:sp>
        <p:nvSpPr>
          <p:cNvPr id="3" name="Content Placeholder 2">
            <a:extLst>
              <a:ext uri="{FF2B5EF4-FFF2-40B4-BE49-F238E27FC236}">
                <a16:creationId xmlns:a16="http://schemas.microsoft.com/office/drawing/2014/main" id="{395E62A4-F4A1-21A6-CA0B-ECE4EDA1025D}"/>
              </a:ext>
            </a:extLst>
          </p:cNvPr>
          <p:cNvSpPr>
            <a:spLocks noGrp="1"/>
          </p:cNvSpPr>
          <p:nvPr>
            <p:ph idx="1"/>
          </p:nvPr>
        </p:nvSpPr>
        <p:spPr>
          <a:xfrm>
            <a:off x="838200" y="2018129"/>
            <a:ext cx="10515600" cy="4351338"/>
          </a:xfrm>
        </p:spPr>
        <p:txBody>
          <a:bodyPr>
            <a:normAutofit fontScale="85000" lnSpcReduction="10000"/>
          </a:bodyPr>
          <a:lstStyle/>
          <a:p>
            <a:pPr algn="just">
              <a:buFont typeface="Wingdings" panose="05000000000000000000" pitchFamily="2" charset="2"/>
              <a:buChar char="Ø"/>
            </a:pPr>
            <a:r>
              <a:rPr lang="en-IN" sz="3600" dirty="0"/>
              <a:t>Processor: Intel Core i5/i7 (or equivalent AMD </a:t>
            </a:r>
            <a:r>
              <a:rPr lang="en-IN" sz="3600" dirty="0" err="1"/>
              <a:t>Ryzen</a:t>
            </a:r>
            <a:r>
              <a:rPr lang="en-IN" sz="3600" dirty="0"/>
              <a:t>)</a:t>
            </a:r>
          </a:p>
          <a:p>
            <a:pPr algn="just">
              <a:buFont typeface="Wingdings" panose="05000000000000000000" pitchFamily="2" charset="2"/>
              <a:buChar char="Ø"/>
            </a:pPr>
            <a:r>
              <a:rPr lang="en-IN" sz="3600" dirty="0"/>
              <a:t>RAM: Minimum 16GB (Preferred: 32GB for large datasets)</a:t>
            </a:r>
          </a:p>
          <a:p>
            <a:pPr algn="just">
              <a:buFont typeface="Wingdings" panose="05000000000000000000" pitchFamily="2" charset="2"/>
              <a:buChar char="Ø"/>
            </a:pPr>
            <a:r>
              <a:rPr lang="en-IN" sz="3600" dirty="0"/>
              <a:t>Storage: SSD (Minimum 256GB, Recommended: 512GB+)</a:t>
            </a:r>
          </a:p>
          <a:p>
            <a:pPr algn="just">
              <a:buFont typeface="Wingdings" panose="05000000000000000000" pitchFamily="2" charset="2"/>
              <a:buChar char="Ø"/>
            </a:pPr>
            <a:r>
              <a:rPr lang="en-IN" sz="3600" dirty="0"/>
              <a:t>GPU: NVIDIA RTX 2060 or higher for deep learning models.</a:t>
            </a:r>
          </a:p>
          <a:p>
            <a:endParaRPr lang="en-IN" dirty="0"/>
          </a:p>
        </p:txBody>
      </p:sp>
    </p:spTree>
    <p:extLst>
      <p:ext uri="{BB962C8B-B14F-4D97-AF65-F5344CB8AC3E}">
        <p14:creationId xmlns:p14="http://schemas.microsoft.com/office/powerpoint/2010/main" val="2637612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C0C7C-6802-CF30-2C63-721A2AD8CAC7}"/>
              </a:ext>
            </a:extLst>
          </p:cNvPr>
          <p:cNvSpPr>
            <a:spLocks noGrp="1"/>
          </p:cNvSpPr>
          <p:nvPr>
            <p:ph type="title"/>
          </p:nvPr>
        </p:nvSpPr>
        <p:spPr>
          <a:xfrm>
            <a:off x="1005347" y="505363"/>
            <a:ext cx="10515600" cy="1325563"/>
          </a:xfrm>
        </p:spPr>
        <p:txBody>
          <a:bodyPr>
            <a:normAutofit fontScale="90000"/>
          </a:bodyPr>
          <a:lstStyle/>
          <a:p>
            <a:r>
              <a:rPr lang="en-IN" sz="6000" b="1" dirty="0"/>
              <a:t>Software Requirements</a:t>
            </a:r>
            <a:br>
              <a:rPr lang="en-IN" dirty="0"/>
            </a:br>
            <a:endParaRPr lang="en-IN" dirty="0"/>
          </a:p>
        </p:txBody>
      </p:sp>
      <p:sp>
        <p:nvSpPr>
          <p:cNvPr id="3" name="Content Placeholder 2">
            <a:extLst>
              <a:ext uri="{FF2B5EF4-FFF2-40B4-BE49-F238E27FC236}">
                <a16:creationId xmlns:a16="http://schemas.microsoft.com/office/drawing/2014/main" id="{5DF1B5DC-FB97-000F-3900-DFC97EBED36E}"/>
              </a:ext>
            </a:extLst>
          </p:cNvPr>
          <p:cNvSpPr>
            <a:spLocks noGrp="1"/>
          </p:cNvSpPr>
          <p:nvPr>
            <p:ph idx="1"/>
          </p:nvPr>
        </p:nvSpPr>
        <p:spPr>
          <a:xfrm>
            <a:off x="1475687" y="1790747"/>
            <a:ext cx="8742949" cy="4802187"/>
          </a:xfrm>
        </p:spPr>
        <p:txBody>
          <a:bodyPr>
            <a:normAutofit fontScale="55000" lnSpcReduction="20000"/>
          </a:bodyPr>
          <a:lstStyle/>
          <a:p>
            <a:pPr algn="just">
              <a:buFont typeface="Wingdings" panose="05000000000000000000" pitchFamily="2" charset="2"/>
              <a:buChar char="Ø"/>
            </a:pPr>
            <a:r>
              <a:rPr lang="en-IN" sz="4100" dirty="0"/>
              <a:t>Programming Languages: Python, R</a:t>
            </a:r>
          </a:p>
          <a:p>
            <a:pPr algn="just">
              <a:buFont typeface="Wingdings" panose="05000000000000000000" pitchFamily="2" charset="2"/>
              <a:buChar char="Ø"/>
            </a:pPr>
            <a:r>
              <a:rPr lang="en-IN" sz="4100" dirty="0"/>
              <a:t>Libraries &amp; Frameworks:</a:t>
            </a:r>
          </a:p>
          <a:p>
            <a:pPr marL="914400" lvl="1" indent="-457200" algn="just">
              <a:buFont typeface="+mj-lt"/>
              <a:buAutoNum type="arabicParenR"/>
            </a:pPr>
            <a:r>
              <a:rPr lang="en-IN" sz="4100" dirty="0"/>
              <a:t>TensorFlow, </a:t>
            </a:r>
            <a:r>
              <a:rPr lang="en-IN" sz="4100" dirty="0" err="1"/>
              <a:t>PyTorch</a:t>
            </a:r>
            <a:r>
              <a:rPr lang="en-IN" sz="4100" dirty="0"/>
              <a:t> for deep learning.</a:t>
            </a:r>
          </a:p>
          <a:p>
            <a:pPr marL="914400" lvl="1" indent="-457200" algn="just">
              <a:buFont typeface="+mj-lt"/>
              <a:buAutoNum type="arabicParenR"/>
            </a:pPr>
            <a:r>
              <a:rPr lang="en-IN" sz="4100" dirty="0"/>
              <a:t>Scikit-learn for machine learning.</a:t>
            </a:r>
          </a:p>
          <a:p>
            <a:pPr marL="914400" lvl="1" indent="-457200" algn="just">
              <a:buFont typeface="+mj-lt"/>
              <a:buAutoNum type="arabicParenR"/>
            </a:pPr>
            <a:r>
              <a:rPr lang="en-IN" sz="4100" dirty="0"/>
              <a:t>Pandas, NumPy, SciPy for data preprocessing.</a:t>
            </a:r>
          </a:p>
          <a:p>
            <a:pPr marL="914400" lvl="1" indent="-457200" algn="just">
              <a:buFont typeface="+mj-lt"/>
              <a:buAutoNum type="arabicParenR"/>
            </a:pPr>
            <a:r>
              <a:rPr lang="en-IN" sz="4100" dirty="0" err="1"/>
              <a:t>Keras</a:t>
            </a:r>
            <a:r>
              <a:rPr lang="en-IN" sz="4100" dirty="0"/>
              <a:t> for LSTM model implementation.</a:t>
            </a:r>
          </a:p>
          <a:p>
            <a:pPr algn="just">
              <a:buFont typeface="Wingdings" panose="05000000000000000000" pitchFamily="2" charset="2"/>
              <a:buChar char="Ø"/>
            </a:pPr>
            <a:r>
              <a:rPr lang="en-IN" sz="4100" dirty="0"/>
              <a:t>APIs &amp; Data Sources:</a:t>
            </a:r>
          </a:p>
          <a:p>
            <a:pPr marL="914400" lvl="1" indent="-457200" algn="just">
              <a:buFont typeface="+mj-lt"/>
              <a:buAutoNum type="arabicParenR"/>
            </a:pPr>
            <a:r>
              <a:rPr lang="en-IN" sz="4100" dirty="0"/>
              <a:t>Binance API, </a:t>
            </a:r>
            <a:r>
              <a:rPr lang="en-IN" sz="4100" dirty="0" err="1"/>
              <a:t>CoinGecko</a:t>
            </a:r>
            <a:r>
              <a:rPr lang="en-IN" sz="4100" dirty="0"/>
              <a:t> API for market data.</a:t>
            </a:r>
          </a:p>
          <a:p>
            <a:pPr marL="914400" lvl="1" indent="-457200" algn="just">
              <a:buFont typeface="+mj-lt"/>
              <a:buAutoNum type="arabicParenR"/>
            </a:pPr>
            <a:r>
              <a:rPr lang="en-IN" sz="4100" dirty="0"/>
              <a:t>Twitter API, Google Trends for sentiment analysis.</a:t>
            </a:r>
          </a:p>
          <a:p>
            <a:pPr algn="just">
              <a:buFont typeface="Wingdings" panose="05000000000000000000" pitchFamily="2" charset="2"/>
              <a:buChar char="Ø"/>
            </a:pPr>
            <a:r>
              <a:rPr lang="en-IN" sz="4100" dirty="0"/>
              <a:t>Cloud Computing:</a:t>
            </a:r>
          </a:p>
          <a:p>
            <a:pPr marL="457200" lvl="1" indent="0" algn="just">
              <a:buNone/>
            </a:pPr>
            <a:r>
              <a:rPr lang="en-IN" sz="4100" dirty="0"/>
              <a:t>     AWS, Google Cloud, or Azure for model  deployment.</a:t>
            </a:r>
          </a:p>
          <a:p>
            <a:endParaRPr lang="en-IN" dirty="0"/>
          </a:p>
        </p:txBody>
      </p:sp>
    </p:spTree>
    <p:extLst>
      <p:ext uri="{BB962C8B-B14F-4D97-AF65-F5344CB8AC3E}">
        <p14:creationId xmlns:p14="http://schemas.microsoft.com/office/powerpoint/2010/main" val="25285189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1653-43B9-0A9B-7066-969FEE74AF01}"/>
              </a:ext>
            </a:extLst>
          </p:cNvPr>
          <p:cNvSpPr>
            <a:spLocks noGrp="1"/>
          </p:cNvSpPr>
          <p:nvPr>
            <p:ph type="title"/>
          </p:nvPr>
        </p:nvSpPr>
        <p:spPr>
          <a:xfrm>
            <a:off x="838200" y="608965"/>
            <a:ext cx="10515600" cy="1325563"/>
          </a:xfrm>
        </p:spPr>
        <p:txBody>
          <a:bodyPr>
            <a:normAutofit fontScale="90000"/>
          </a:bodyPr>
          <a:lstStyle/>
          <a:p>
            <a:r>
              <a:rPr lang="en-IN" sz="6000" b="1" dirty="0"/>
              <a:t>Key Features</a:t>
            </a:r>
            <a:br>
              <a:rPr lang="en-IN" dirty="0"/>
            </a:br>
            <a:endParaRPr lang="en-IN" dirty="0"/>
          </a:p>
        </p:txBody>
      </p:sp>
      <p:sp>
        <p:nvSpPr>
          <p:cNvPr id="3" name="Content Placeholder 2">
            <a:extLst>
              <a:ext uri="{FF2B5EF4-FFF2-40B4-BE49-F238E27FC236}">
                <a16:creationId xmlns:a16="http://schemas.microsoft.com/office/drawing/2014/main" id="{3AE66EC6-344F-5125-1EB4-2238F3EF316B}"/>
              </a:ext>
            </a:extLst>
          </p:cNvPr>
          <p:cNvSpPr>
            <a:spLocks noGrp="1"/>
          </p:cNvSpPr>
          <p:nvPr>
            <p:ph idx="1"/>
          </p:nvPr>
        </p:nvSpPr>
        <p:spPr>
          <a:xfrm>
            <a:off x="838200" y="2023745"/>
            <a:ext cx="10515600" cy="4351338"/>
          </a:xfrm>
        </p:spPr>
        <p:txBody>
          <a:bodyPr>
            <a:normAutofit fontScale="92500" lnSpcReduction="20000"/>
          </a:bodyPr>
          <a:lstStyle/>
          <a:p>
            <a:pPr algn="just">
              <a:buFont typeface="Wingdings" panose="05000000000000000000" pitchFamily="2" charset="2"/>
              <a:buChar char="Ø"/>
            </a:pPr>
            <a:r>
              <a:rPr lang="en-US" sz="3600" dirty="0"/>
              <a:t>Hybrid forecasting model integrating statistical and deep learning techniques.</a:t>
            </a:r>
          </a:p>
          <a:p>
            <a:pPr algn="just">
              <a:buFont typeface="Wingdings" panose="05000000000000000000" pitchFamily="2" charset="2"/>
              <a:buChar char="Ø"/>
            </a:pPr>
            <a:r>
              <a:rPr lang="en-US" sz="3600" dirty="0"/>
              <a:t>Real-time market sentiment analysis using NLP.</a:t>
            </a:r>
          </a:p>
          <a:p>
            <a:pPr algn="just">
              <a:buFont typeface="Wingdings" panose="05000000000000000000" pitchFamily="2" charset="2"/>
              <a:buChar char="Ø"/>
            </a:pPr>
            <a:r>
              <a:rPr lang="en-US" sz="3600" dirty="0"/>
              <a:t>High-frequency trading signal generation.</a:t>
            </a:r>
          </a:p>
          <a:p>
            <a:pPr algn="just">
              <a:buFont typeface="Wingdings" panose="05000000000000000000" pitchFamily="2" charset="2"/>
              <a:buChar char="Ø"/>
            </a:pPr>
            <a:r>
              <a:rPr lang="en-US" sz="3600" dirty="0"/>
              <a:t>Volatility prediction and risk assessment.</a:t>
            </a:r>
          </a:p>
          <a:p>
            <a:pPr algn="just">
              <a:buFont typeface="Wingdings" panose="05000000000000000000" pitchFamily="2" charset="2"/>
              <a:buChar char="Ø"/>
            </a:pPr>
            <a:r>
              <a:rPr lang="en-US" sz="3600" dirty="0"/>
              <a:t>Scalable and cloud-based deployment.</a:t>
            </a:r>
          </a:p>
          <a:p>
            <a:pPr algn="just">
              <a:buFont typeface="Wingdings" panose="05000000000000000000" pitchFamily="2" charset="2"/>
              <a:buChar char="Ø"/>
            </a:pPr>
            <a:r>
              <a:rPr lang="en-US" sz="3600" dirty="0"/>
              <a:t>Explainable AI to interpret model decisions.</a:t>
            </a:r>
          </a:p>
          <a:p>
            <a:endParaRPr lang="en-IN" dirty="0"/>
          </a:p>
        </p:txBody>
      </p:sp>
    </p:spTree>
    <p:extLst>
      <p:ext uri="{BB962C8B-B14F-4D97-AF65-F5344CB8AC3E}">
        <p14:creationId xmlns:p14="http://schemas.microsoft.com/office/powerpoint/2010/main" val="257199793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0F04E-3821-387D-3B96-02C021326C7C}"/>
              </a:ext>
            </a:extLst>
          </p:cNvPr>
          <p:cNvSpPr>
            <a:spLocks noGrp="1"/>
          </p:cNvSpPr>
          <p:nvPr>
            <p:ph type="title"/>
          </p:nvPr>
        </p:nvSpPr>
        <p:spPr>
          <a:xfrm>
            <a:off x="883920" y="548005"/>
            <a:ext cx="10515600" cy="1325563"/>
          </a:xfrm>
        </p:spPr>
        <p:txBody>
          <a:bodyPr>
            <a:normAutofit fontScale="90000"/>
          </a:bodyPr>
          <a:lstStyle/>
          <a:p>
            <a:r>
              <a:rPr lang="en-IN" sz="6000" b="1" dirty="0"/>
              <a:t>Applications</a:t>
            </a:r>
            <a:br>
              <a:rPr lang="en-IN" dirty="0"/>
            </a:br>
            <a:endParaRPr lang="en-IN" dirty="0"/>
          </a:p>
        </p:txBody>
      </p:sp>
      <p:sp>
        <p:nvSpPr>
          <p:cNvPr id="3" name="Content Placeholder 2">
            <a:extLst>
              <a:ext uri="{FF2B5EF4-FFF2-40B4-BE49-F238E27FC236}">
                <a16:creationId xmlns:a16="http://schemas.microsoft.com/office/drawing/2014/main" id="{4BCDA859-853E-B24C-426A-58005427AFE8}"/>
              </a:ext>
            </a:extLst>
          </p:cNvPr>
          <p:cNvSpPr>
            <a:spLocks noGrp="1"/>
          </p:cNvSpPr>
          <p:nvPr>
            <p:ph idx="1"/>
          </p:nvPr>
        </p:nvSpPr>
        <p:spPr>
          <a:xfrm>
            <a:off x="838200" y="1820216"/>
            <a:ext cx="10515600" cy="4351338"/>
          </a:xfrm>
        </p:spPr>
        <p:txBody>
          <a:bodyPr>
            <a:normAutofit fontScale="92500" lnSpcReduction="20000"/>
          </a:bodyPr>
          <a:lstStyle/>
          <a:p>
            <a:pPr algn="just">
              <a:buFont typeface="Wingdings" panose="05000000000000000000" pitchFamily="2" charset="2"/>
              <a:buChar char="Ø"/>
            </a:pPr>
            <a:r>
              <a:rPr lang="en-IN" sz="3600" dirty="0"/>
              <a:t>Cryptocurrency trading and investment decision support.</a:t>
            </a:r>
          </a:p>
          <a:p>
            <a:pPr algn="just">
              <a:buFont typeface="Wingdings" panose="05000000000000000000" pitchFamily="2" charset="2"/>
              <a:buChar char="Ø"/>
            </a:pPr>
            <a:r>
              <a:rPr lang="en-IN" sz="3600" dirty="0"/>
              <a:t>Financial market analysis for hedge funds and portfolio managers.</a:t>
            </a:r>
          </a:p>
          <a:p>
            <a:pPr algn="just">
              <a:buFont typeface="Wingdings" panose="05000000000000000000" pitchFamily="2" charset="2"/>
              <a:buChar char="Ø"/>
            </a:pPr>
            <a:r>
              <a:rPr lang="en-IN" sz="3600" dirty="0"/>
              <a:t>Risk management and portfolio optimization.</a:t>
            </a:r>
          </a:p>
          <a:p>
            <a:pPr algn="just">
              <a:buFont typeface="Wingdings" panose="05000000000000000000" pitchFamily="2" charset="2"/>
              <a:buChar char="Ø"/>
            </a:pPr>
            <a:r>
              <a:rPr lang="en-IN" sz="3600" dirty="0"/>
              <a:t>Blockchain and crypto exchange optimization.</a:t>
            </a:r>
          </a:p>
          <a:p>
            <a:pPr algn="just">
              <a:buFont typeface="Wingdings" panose="05000000000000000000" pitchFamily="2" charset="2"/>
              <a:buChar char="Ø"/>
            </a:pPr>
            <a:r>
              <a:rPr lang="en-IN" sz="3600" dirty="0"/>
              <a:t>Academic research and fintech innovations.</a:t>
            </a:r>
          </a:p>
          <a:p>
            <a:endParaRPr lang="en-IN" dirty="0"/>
          </a:p>
        </p:txBody>
      </p:sp>
    </p:spTree>
    <p:extLst>
      <p:ext uri="{BB962C8B-B14F-4D97-AF65-F5344CB8AC3E}">
        <p14:creationId xmlns:p14="http://schemas.microsoft.com/office/powerpoint/2010/main" val="259102088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A976-0E9C-876E-154D-473DF55AB11C}"/>
              </a:ext>
            </a:extLst>
          </p:cNvPr>
          <p:cNvSpPr>
            <a:spLocks noGrp="1"/>
          </p:cNvSpPr>
          <p:nvPr>
            <p:ph type="title"/>
          </p:nvPr>
        </p:nvSpPr>
        <p:spPr>
          <a:xfrm>
            <a:off x="929640" y="562755"/>
            <a:ext cx="10515600" cy="1325563"/>
          </a:xfrm>
        </p:spPr>
        <p:txBody>
          <a:bodyPr>
            <a:normAutofit fontScale="90000"/>
          </a:bodyPr>
          <a:lstStyle/>
          <a:p>
            <a:r>
              <a:rPr lang="en-IN" sz="6000" b="1" u="sng" dirty="0"/>
              <a:t>Conclusion</a:t>
            </a:r>
            <a:br>
              <a:rPr lang="en-IN" dirty="0"/>
            </a:br>
            <a:endParaRPr lang="en-IN" dirty="0"/>
          </a:p>
        </p:txBody>
      </p:sp>
      <p:sp>
        <p:nvSpPr>
          <p:cNvPr id="3" name="Content Placeholder 2">
            <a:extLst>
              <a:ext uri="{FF2B5EF4-FFF2-40B4-BE49-F238E27FC236}">
                <a16:creationId xmlns:a16="http://schemas.microsoft.com/office/drawing/2014/main" id="{5E34BC09-5451-586D-8EF2-013694F7DC9F}"/>
              </a:ext>
            </a:extLst>
          </p:cNvPr>
          <p:cNvSpPr>
            <a:spLocks noGrp="1"/>
          </p:cNvSpPr>
          <p:nvPr>
            <p:ph idx="1"/>
          </p:nvPr>
        </p:nvSpPr>
        <p:spPr>
          <a:xfrm>
            <a:off x="868680" y="1748442"/>
            <a:ext cx="10515600" cy="4834255"/>
          </a:xfrm>
        </p:spPr>
        <p:txBody>
          <a:bodyPr>
            <a:normAutofit fontScale="85000" lnSpcReduction="20000"/>
          </a:bodyPr>
          <a:lstStyle/>
          <a:p>
            <a:pPr algn="just">
              <a:buFont typeface="Wingdings" panose="05000000000000000000" pitchFamily="2" charset="2"/>
              <a:buChar char="Ø"/>
            </a:pPr>
            <a:r>
              <a:rPr lang="en-IN" sz="4000" dirty="0"/>
              <a:t>Hybrid deep learning models enhance Bitcoin   price forecasting accuracy (ARIMAX + GARCHX).</a:t>
            </a:r>
          </a:p>
          <a:p>
            <a:pPr algn="just">
              <a:buFont typeface="Wingdings" panose="05000000000000000000" pitchFamily="2" charset="2"/>
              <a:buChar char="Ø"/>
            </a:pPr>
            <a:r>
              <a:rPr lang="en-IN" sz="4000" dirty="0"/>
              <a:t>Combines classical econometric models with advanced AI techniques.</a:t>
            </a:r>
          </a:p>
          <a:p>
            <a:pPr algn="just">
              <a:buFont typeface="Wingdings" panose="05000000000000000000" pitchFamily="2" charset="2"/>
              <a:buChar char="Ø"/>
            </a:pPr>
            <a:r>
              <a:rPr lang="en-IN" sz="4000" dirty="0"/>
              <a:t>Future scope includes refining model performance and expanding applications to other cryptocurrencies like Ethereum, Binance Coin, Tether etc.</a:t>
            </a:r>
          </a:p>
          <a:p>
            <a:endParaRPr lang="en-IN" dirty="0"/>
          </a:p>
        </p:txBody>
      </p:sp>
    </p:spTree>
    <p:extLst>
      <p:ext uri="{BB962C8B-B14F-4D97-AF65-F5344CB8AC3E}">
        <p14:creationId xmlns:p14="http://schemas.microsoft.com/office/powerpoint/2010/main" val="154339725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7A7E42F6-FE2C-0D77-A9E6-7EFB6525B6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2" y="0"/>
            <a:ext cx="12196091" cy="68579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604557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234</TotalTime>
  <Words>518</Words>
  <Application>Microsoft Office PowerPoint</Application>
  <PresentationFormat>Widescreen</PresentationFormat>
  <Paragraphs>69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Bookman Old Style</vt:lpstr>
      <vt:lpstr>Rockwell</vt:lpstr>
      <vt:lpstr>Wingdings</vt:lpstr>
      <vt:lpstr>Damask</vt:lpstr>
      <vt:lpstr>Advanced Bitcoin Market Price Forecasting Using M-M Modeling and LSTM Recurrent Neural Networks with Hybrid Deep Learning Techniques</vt:lpstr>
      <vt:lpstr>CONtents</vt:lpstr>
      <vt:lpstr>Abstract</vt:lpstr>
      <vt:lpstr>Existing System</vt:lpstr>
      <vt:lpstr>Proposed System </vt:lpstr>
      <vt:lpstr>Hardware Requirements </vt:lpstr>
      <vt:lpstr>Software Requirements </vt:lpstr>
      <vt:lpstr>Key Features </vt:lpstr>
      <vt:lpstr>Applications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Dilip Datta Sai Vankayala</dc:creator>
  <cp:lastModifiedBy>Dilip Datta Sai Vankayala</cp:lastModifiedBy>
  <cp:revision>6</cp:revision>
  <dcterms:created xsi:type="dcterms:W3CDTF">2025-02-11T05:12:14Z</dcterms:created>
  <dcterms:modified xsi:type="dcterms:W3CDTF">2025-02-15T11:36:15Z</dcterms:modified>
</cp:coreProperties>
</file>