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0"/>
  </p:notesMasterIdLst>
  <p:sldIdLst>
    <p:sldId id="256" r:id="rId2"/>
    <p:sldId id="257" r:id="rId3"/>
    <p:sldId id="258" r:id="rId4"/>
    <p:sldId id="259" r:id="rId5"/>
    <p:sldId id="260" r:id="rId6"/>
    <p:sldId id="261" r:id="rId7"/>
    <p:sldId id="277" r:id="rId8"/>
    <p:sldId id="262" r:id="rId9"/>
    <p:sldId id="263" r:id="rId10"/>
    <p:sldId id="265" r:id="rId11"/>
    <p:sldId id="266" r:id="rId12"/>
    <p:sldId id="267" r:id="rId13"/>
    <p:sldId id="268" r:id="rId14"/>
    <p:sldId id="269" r:id="rId15"/>
    <p:sldId id="270" r:id="rId16"/>
    <p:sldId id="273" r:id="rId17"/>
    <p:sldId id="275" r:id="rId18"/>
    <p:sldId id="27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B6E0F2-51EC-45CD-96A7-D99B41C36CA0}" v="231" dt="2025-03-24T10:41:11.5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660"/>
  </p:normalViewPr>
  <p:slideViewPr>
    <p:cSldViewPr snapToGrid="0">
      <p:cViewPr varScale="1">
        <p:scale>
          <a:sx n="78" d="100"/>
          <a:sy n="78" d="100"/>
        </p:scale>
        <p:origin x="110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lip Datta Sai Vankayala" userId="e4791c09a227181a" providerId="LiveId" clId="{60B6E0F2-51EC-45CD-96A7-D99B41C36CA0}"/>
    <pc:docChg chg="undo custSel addSld delSld modSld">
      <pc:chgData name="Dilip Datta Sai Vankayala" userId="e4791c09a227181a" providerId="LiveId" clId="{60B6E0F2-51EC-45CD-96A7-D99B41C36CA0}" dt="2025-03-25T05:04:46.109" v="2153" actId="478"/>
      <pc:docMkLst>
        <pc:docMk/>
      </pc:docMkLst>
      <pc:sldChg chg="addSp delSp modSp mod">
        <pc:chgData name="Dilip Datta Sai Vankayala" userId="e4791c09a227181a" providerId="LiveId" clId="{60B6E0F2-51EC-45CD-96A7-D99B41C36CA0}" dt="2025-03-24T10:09:27.275" v="1971" actId="20577"/>
        <pc:sldMkLst>
          <pc:docMk/>
          <pc:sldMk cId="56721596" sldId="256"/>
        </pc:sldMkLst>
        <pc:spChg chg="mod">
          <ac:chgData name="Dilip Datta Sai Vankayala" userId="e4791c09a227181a" providerId="LiveId" clId="{60B6E0F2-51EC-45CD-96A7-D99B41C36CA0}" dt="2025-03-24T10:09:27.275" v="1971" actId="20577"/>
          <ac:spMkLst>
            <pc:docMk/>
            <pc:sldMk cId="56721596" sldId="256"/>
            <ac:spMk id="2" creationId="{7F7BD595-AF72-FE09-0A08-48923F824288}"/>
          </ac:spMkLst>
        </pc:spChg>
        <pc:spChg chg="mod">
          <ac:chgData name="Dilip Datta Sai Vankayala" userId="e4791c09a227181a" providerId="LiveId" clId="{60B6E0F2-51EC-45CD-96A7-D99B41C36CA0}" dt="2025-03-15T05:10:22.515" v="241" actId="113"/>
          <ac:spMkLst>
            <pc:docMk/>
            <pc:sldMk cId="56721596" sldId="256"/>
            <ac:spMk id="3" creationId="{9B8B29C9-9E08-419C-ABA3-8B04D4D85C50}"/>
          </ac:spMkLst>
        </pc:spChg>
        <pc:spChg chg="add mod">
          <ac:chgData name="Dilip Datta Sai Vankayala" userId="e4791c09a227181a" providerId="LiveId" clId="{60B6E0F2-51EC-45CD-96A7-D99B41C36CA0}" dt="2025-03-21T08:51:25.317" v="1782" actId="20577"/>
          <ac:spMkLst>
            <pc:docMk/>
            <pc:sldMk cId="56721596" sldId="256"/>
            <ac:spMk id="7" creationId="{DA1A1150-6A61-CA38-A991-7405F6E84E5C}"/>
          </ac:spMkLst>
        </pc:spChg>
      </pc:sldChg>
      <pc:sldChg chg="modSp mod">
        <pc:chgData name="Dilip Datta Sai Vankayala" userId="e4791c09a227181a" providerId="LiveId" clId="{60B6E0F2-51EC-45CD-96A7-D99B41C36CA0}" dt="2025-03-21T16:00:11.083" v="1840" actId="255"/>
        <pc:sldMkLst>
          <pc:docMk/>
          <pc:sldMk cId="3490055112" sldId="257"/>
        </pc:sldMkLst>
        <pc:spChg chg="mod">
          <ac:chgData name="Dilip Datta Sai Vankayala" userId="e4791c09a227181a" providerId="LiveId" clId="{60B6E0F2-51EC-45CD-96A7-D99B41C36CA0}" dt="2025-03-21T15:59:57.005" v="1838" actId="1037"/>
          <ac:spMkLst>
            <pc:docMk/>
            <pc:sldMk cId="3490055112" sldId="257"/>
            <ac:spMk id="2" creationId="{9D80921E-DF19-60DA-BBFD-26040E9BB25D}"/>
          </ac:spMkLst>
        </pc:spChg>
        <pc:spChg chg="mod">
          <ac:chgData name="Dilip Datta Sai Vankayala" userId="e4791c09a227181a" providerId="LiveId" clId="{60B6E0F2-51EC-45CD-96A7-D99B41C36CA0}" dt="2025-03-21T16:00:11.083" v="1840" actId="255"/>
          <ac:spMkLst>
            <pc:docMk/>
            <pc:sldMk cId="3490055112" sldId="257"/>
            <ac:spMk id="3" creationId="{556BD777-87DC-171C-8DE2-A7C38FC57729}"/>
          </ac:spMkLst>
        </pc:spChg>
      </pc:sldChg>
      <pc:sldChg chg="modSp mod modAnim">
        <pc:chgData name="Dilip Datta Sai Vankayala" userId="e4791c09a227181a" providerId="LiveId" clId="{60B6E0F2-51EC-45CD-96A7-D99B41C36CA0}" dt="2025-03-24T10:10:21.987" v="1982" actId="20577"/>
        <pc:sldMkLst>
          <pc:docMk/>
          <pc:sldMk cId="3841961808" sldId="258"/>
        </pc:sldMkLst>
        <pc:spChg chg="mod">
          <ac:chgData name="Dilip Datta Sai Vankayala" userId="e4791c09a227181a" providerId="LiveId" clId="{60B6E0F2-51EC-45CD-96A7-D99B41C36CA0}" dt="2025-03-21T16:00:26.534" v="1841" actId="14100"/>
          <ac:spMkLst>
            <pc:docMk/>
            <pc:sldMk cId="3841961808" sldId="258"/>
            <ac:spMk id="2" creationId="{C4DC5E7A-F03B-F905-8C2F-28A297F4B2BA}"/>
          </ac:spMkLst>
        </pc:spChg>
        <pc:spChg chg="mod">
          <ac:chgData name="Dilip Datta Sai Vankayala" userId="e4791c09a227181a" providerId="LiveId" clId="{60B6E0F2-51EC-45CD-96A7-D99B41C36CA0}" dt="2025-03-24T10:10:21.987" v="1982" actId="20577"/>
          <ac:spMkLst>
            <pc:docMk/>
            <pc:sldMk cId="3841961808" sldId="258"/>
            <ac:spMk id="3" creationId="{BEBD13F7-AACF-7136-FBF9-824B324E8817}"/>
          </ac:spMkLst>
        </pc:spChg>
      </pc:sldChg>
      <pc:sldChg chg="modSp mod modAnim">
        <pc:chgData name="Dilip Datta Sai Vankayala" userId="e4791c09a227181a" providerId="LiveId" clId="{60B6E0F2-51EC-45CD-96A7-D99B41C36CA0}" dt="2025-03-24T09:48:40.246" v="1949"/>
        <pc:sldMkLst>
          <pc:docMk/>
          <pc:sldMk cId="1096303454" sldId="259"/>
        </pc:sldMkLst>
        <pc:spChg chg="mod">
          <ac:chgData name="Dilip Datta Sai Vankayala" userId="e4791c09a227181a" providerId="LiveId" clId="{60B6E0F2-51EC-45CD-96A7-D99B41C36CA0}" dt="2025-03-19T15:10:52.352" v="1089" actId="1036"/>
          <ac:spMkLst>
            <pc:docMk/>
            <pc:sldMk cId="1096303454" sldId="259"/>
            <ac:spMk id="2" creationId="{8CBEEE8A-D3CB-5ED2-1B9C-4383E381A7A0}"/>
          </ac:spMkLst>
        </pc:spChg>
        <pc:spChg chg="mod">
          <ac:chgData name="Dilip Datta Sai Vankayala" userId="e4791c09a227181a" providerId="LiveId" clId="{60B6E0F2-51EC-45CD-96A7-D99B41C36CA0}" dt="2025-03-21T14:17:57.969" v="1785" actId="27636"/>
          <ac:spMkLst>
            <pc:docMk/>
            <pc:sldMk cId="1096303454" sldId="259"/>
            <ac:spMk id="3" creationId="{B12D44FB-5E20-D3D4-B835-D58BF15CC112}"/>
          </ac:spMkLst>
        </pc:spChg>
      </pc:sldChg>
      <pc:sldChg chg="modSp mod modAnim">
        <pc:chgData name="Dilip Datta Sai Vankayala" userId="e4791c09a227181a" providerId="LiveId" clId="{60B6E0F2-51EC-45CD-96A7-D99B41C36CA0}" dt="2025-03-24T09:48:46.225" v="1950"/>
        <pc:sldMkLst>
          <pc:docMk/>
          <pc:sldMk cId="1074932372" sldId="260"/>
        </pc:sldMkLst>
        <pc:spChg chg="mod">
          <ac:chgData name="Dilip Datta Sai Vankayala" userId="e4791c09a227181a" providerId="LiveId" clId="{60B6E0F2-51EC-45CD-96A7-D99B41C36CA0}" dt="2025-03-19T15:11:08.586" v="1139" actId="1035"/>
          <ac:spMkLst>
            <pc:docMk/>
            <pc:sldMk cId="1074932372" sldId="260"/>
            <ac:spMk id="2" creationId="{5D883BC3-5955-C362-282E-3EC81B5F5C06}"/>
          </ac:spMkLst>
        </pc:spChg>
        <pc:spChg chg="mod">
          <ac:chgData name="Dilip Datta Sai Vankayala" userId="e4791c09a227181a" providerId="LiveId" clId="{60B6E0F2-51EC-45CD-96A7-D99B41C36CA0}" dt="2025-03-24T09:33:53.420" v="1919" actId="123"/>
          <ac:spMkLst>
            <pc:docMk/>
            <pc:sldMk cId="1074932372" sldId="260"/>
            <ac:spMk id="3" creationId="{A3F5CBAF-64A7-FB7C-2A0D-2817F263E6B9}"/>
          </ac:spMkLst>
        </pc:spChg>
      </pc:sldChg>
      <pc:sldChg chg="delSp modSp mod modClrScheme modAnim chgLayout">
        <pc:chgData name="Dilip Datta Sai Vankayala" userId="e4791c09a227181a" providerId="LiveId" clId="{60B6E0F2-51EC-45CD-96A7-D99B41C36CA0}" dt="2025-03-24T10:19:45.672" v="2036" actId="20577"/>
        <pc:sldMkLst>
          <pc:docMk/>
          <pc:sldMk cId="456936987" sldId="261"/>
        </pc:sldMkLst>
        <pc:spChg chg="mod ord">
          <ac:chgData name="Dilip Datta Sai Vankayala" userId="e4791c09a227181a" providerId="LiveId" clId="{60B6E0F2-51EC-45CD-96A7-D99B41C36CA0}" dt="2025-03-19T15:11:22.045" v="1169" actId="1035"/>
          <ac:spMkLst>
            <pc:docMk/>
            <pc:sldMk cId="456936987" sldId="261"/>
            <ac:spMk id="4" creationId="{21285047-3977-ECE0-7A0C-37EBA4C76837}"/>
          </ac:spMkLst>
        </pc:spChg>
        <pc:spChg chg="mod ord">
          <ac:chgData name="Dilip Datta Sai Vankayala" userId="e4791c09a227181a" providerId="LiveId" clId="{60B6E0F2-51EC-45CD-96A7-D99B41C36CA0}" dt="2025-03-24T10:19:45.672" v="2036" actId="20577"/>
          <ac:spMkLst>
            <pc:docMk/>
            <pc:sldMk cId="456936987" sldId="261"/>
            <ac:spMk id="6" creationId="{C60F51E9-593A-86DE-4997-4B59E04557C3}"/>
          </ac:spMkLst>
        </pc:spChg>
      </pc:sldChg>
      <pc:sldChg chg="modSp mod modAnim">
        <pc:chgData name="Dilip Datta Sai Vankayala" userId="e4791c09a227181a" providerId="LiveId" clId="{60B6E0F2-51EC-45CD-96A7-D99B41C36CA0}" dt="2025-03-24T10:41:11.502" v="2140" actId="20577"/>
        <pc:sldMkLst>
          <pc:docMk/>
          <pc:sldMk cId="3372362166" sldId="262"/>
        </pc:sldMkLst>
        <pc:spChg chg="mod">
          <ac:chgData name="Dilip Datta Sai Vankayala" userId="e4791c09a227181a" providerId="LiveId" clId="{60B6E0F2-51EC-45CD-96A7-D99B41C36CA0}" dt="2025-03-20T05:52:34.924" v="1610" actId="1036"/>
          <ac:spMkLst>
            <pc:docMk/>
            <pc:sldMk cId="3372362166" sldId="262"/>
            <ac:spMk id="7" creationId="{22E3C12C-83F2-AFD2-291D-3D93BB3E50DD}"/>
          </ac:spMkLst>
        </pc:spChg>
        <pc:spChg chg="mod">
          <ac:chgData name="Dilip Datta Sai Vankayala" userId="e4791c09a227181a" providerId="LiveId" clId="{60B6E0F2-51EC-45CD-96A7-D99B41C36CA0}" dt="2025-03-24T10:41:11.502" v="2140" actId="20577"/>
          <ac:spMkLst>
            <pc:docMk/>
            <pc:sldMk cId="3372362166" sldId="262"/>
            <ac:spMk id="8" creationId="{0BF484BE-B480-4B89-67C5-059AE6E4B436}"/>
          </ac:spMkLst>
        </pc:spChg>
      </pc:sldChg>
      <pc:sldChg chg="addSp delSp modSp mod">
        <pc:chgData name="Dilip Datta Sai Vankayala" userId="e4791c09a227181a" providerId="LiveId" clId="{60B6E0F2-51EC-45CD-96A7-D99B41C36CA0}" dt="2025-03-20T05:55:17.045" v="1674" actId="14100"/>
        <pc:sldMkLst>
          <pc:docMk/>
          <pc:sldMk cId="20389998" sldId="263"/>
        </pc:sldMkLst>
        <pc:spChg chg="mod">
          <ac:chgData name="Dilip Datta Sai Vankayala" userId="e4791c09a227181a" providerId="LiveId" clId="{60B6E0F2-51EC-45CD-96A7-D99B41C36CA0}" dt="2025-03-20T05:55:06.673" v="1672" actId="1036"/>
          <ac:spMkLst>
            <pc:docMk/>
            <pc:sldMk cId="20389998" sldId="263"/>
            <ac:spMk id="2" creationId="{C0151B37-1C87-B48E-5F3F-04D3471ABF3D}"/>
          </ac:spMkLst>
        </pc:spChg>
        <pc:picChg chg="add mod">
          <ac:chgData name="Dilip Datta Sai Vankayala" userId="e4791c09a227181a" providerId="LiveId" clId="{60B6E0F2-51EC-45CD-96A7-D99B41C36CA0}" dt="2025-03-20T05:55:17.045" v="1674" actId="14100"/>
          <ac:picMkLst>
            <pc:docMk/>
            <pc:sldMk cId="20389998" sldId="263"/>
            <ac:picMk id="7" creationId="{25371796-85B2-20C9-DDCE-4ECD14D837FD}"/>
          </ac:picMkLst>
        </pc:picChg>
      </pc:sldChg>
      <pc:sldChg chg="modSp del mod">
        <pc:chgData name="Dilip Datta Sai Vankayala" userId="e4791c09a227181a" providerId="LiveId" clId="{60B6E0F2-51EC-45CD-96A7-D99B41C36CA0}" dt="2025-03-18T08:41:52.562" v="1011" actId="47"/>
        <pc:sldMkLst>
          <pc:docMk/>
          <pc:sldMk cId="3551767443" sldId="264"/>
        </pc:sldMkLst>
      </pc:sldChg>
      <pc:sldChg chg="modSp mod">
        <pc:chgData name="Dilip Datta Sai Vankayala" userId="e4791c09a227181a" providerId="LiveId" clId="{60B6E0F2-51EC-45CD-96A7-D99B41C36CA0}" dt="2025-03-21T14:20:56.032" v="1795" actId="1076"/>
        <pc:sldMkLst>
          <pc:docMk/>
          <pc:sldMk cId="638421458" sldId="265"/>
        </pc:sldMkLst>
        <pc:spChg chg="mod">
          <ac:chgData name="Dilip Datta Sai Vankayala" userId="e4791c09a227181a" providerId="LiveId" clId="{60B6E0F2-51EC-45CD-96A7-D99B41C36CA0}" dt="2025-03-21T14:18:17.696" v="1789"/>
          <ac:spMkLst>
            <pc:docMk/>
            <pc:sldMk cId="638421458" sldId="265"/>
            <ac:spMk id="2" creationId="{248F69A8-63AB-6985-585B-1E63D5B1C75F}"/>
          </ac:spMkLst>
        </pc:spChg>
        <pc:picChg chg="mod">
          <ac:chgData name="Dilip Datta Sai Vankayala" userId="e4791c09a227181a" providerId="LiveId" clId="{60B6E0F2-51EC-45CD-96A7-D99B41C36CA0}" dt="2025-03-21T14:20:56.032" v="1795" actId="1076"/>
          <ac:picMkLst>
            <pc:docMk/>
            <pc:sldMk cId="638421458" sldId="265"/>
            <ac:picMk id="5" creationId="{BD38FEB6-8038-C263-C3D3-4C2D64D8B602}"/>
          </ac:picMkLst>
        </pc:picChg>
      </pc:sldChg>
      <pc:sldChg chg="modSp mod">
        <pc:chgData name="Dilip Datta Sai Vankayala" userId="e4791c09a227181a" providerId="LiveId" clId="{60B6E0F2-51EC-45CD-96A7-D99B41C36CA0}" dt="2025-03-21T14:18:17.696" v="1789"/>
        <pc:sldMkLst>
          <pc:docMk/>
          <pc:sldMk cId="4113819675" sldId="266"/>
        </pc:sldMkLst>
        <pc:spChg chg="mod">
          <ac:chgData name="Dilip Datta Sai Vankayala" userId="e4791c09a227181a" providerId="LiveId" clId="{60B6E0F2-51EC-45CD-96A7-D99B41C36CA0}" dt="2025-03-21T14:18:17.696" v="1789"/>
          <ac:spMkLst>
            <pc:docMk/>
            <pc:sldMk cId="4113819675" sldId="266"/>
            <ac:spMk id="2" creationId="{1392106D-0199-0505-7B72-12E2E8AD8F7F}"/>
          </ac:spMkLst>
        </pc:spChg>
      </pc:sldChg>
      <pc:sldChg chg="modSp mod">
        <pc:chgData name="Dilip Datta Sai Vankayala" userId="e4791c09a227181a" providerId="LiveId" clId="{60B6E0F2-51EC-45CD-96A7-D99B41C36CA0}" dt="2025-03-19T15:12:54.010" v="1250" actId="14100"/>
        <pc:sldMkLst>
          <pc:docMk/>
          <pc:sldMk cId="2503919631" sldId="267"/>
        </pc:sldMkLst>
        <pc:spChg chg="mod">
          <ac:chgData name="Dilip Datta Sai Vankayala" userId="e4791c09a227181a" providerId="LiveId" clId="{60B6E0F2-51EC-45CD-96A7-D99B41C36CA0}" dt="2025-03-19T15:12:54.010" v="1250" actId="14100"/>
          <ac:spMkLst>
            <pc:docMk/>
            <pc:sldMk cId="2503919631" sldId="267"/>
            <ac:spMk id="2" creationId="{51505E8C-AAD9-76D6-3B10-40D251846E86}"/>
          </ac:spMkLst>
        </pc:spChg>
        <pc:picChg chg="mod">
          <ac:chgData name="Dilip Datta Sai Vankayala" userId="e4791c09a227181a" providerId="LiveId" clId="{60B6E0F2-51EC-45CD-96A7-D99B41C36CA0}" dt="2025-03-19T15:12:43.709" v="1217" actId="1036"/>
          <ac:picMkLst>
            <pc:docMk/>
            <pc:sldMk cId="2503919631" sldId="267"/>
            <ac:picMk id="5" creationId="{99F95954-8DB8-52DC-E26C-A3F92B0BE94F}"/>
          </ac:picMkLst>
        </pc:picChg>
      </pc:sldChg>
      <pc:sldChg chg="modSp mod">
        <pc:chgData name="Dilip Datta Sai Vankayala" userId="e4791c09a227181a" providerId="LiveId" clId="{60B6E0F2-51EC-45CD-96A7-D99B41C36CA0}" dt="2025-03-19T15:13:23.826" v="1304" actId="1035"/>
        <pc:sldMkLst>
          <pc:docMk/>
          <pc:sldMk cId="3899920185" sldId="268"/>
        </pc:sldMkLst>
        <pc:spChg chg="mod">
          <ac:chgData name="Dilip Datta Sai Vankayala" userId="e4791c09a227181a" providerId="LiveId" clId="{60B6E0F2-51EC-45CD-96A7-D99B41C36CA0}" dt="2025-03-19T15:13:23.826" v="1304" actId="1035"/>
          <ac:spMkLst>
            <pc:docMk/>
            <pc:sldMk cId="3899920185" sldId="268"/>
            <ac:spMk id="2" creationId="{0D1EF97B-1AFB-E733-F27B-E1740B39DDC2}"/>
          </ac:spMkLst>
        </pc:spChg>
        <pc:picChg chg="mod">
          <ac:chgData name="Dilip Datta Sai Vankayala" userId="e4791c09a227181a" providerId="LiveId" clId="{60B6E0F2-51EC-45CD-96A7-D99B41C36CA0}" dt="2025-03-19T15:13:11.756" v="1253" actId="14100"/>
          <ac:picMkLst>
            <pc:docMk/>
            <pc:sldMk cId="3899920185" sldId="268"/>
            <ac:picMk id="5" creationId="{58CBA36F-4F26-7C2F-22D3-6F0F54529ED8}"/>
          </ac:picMkLst>
        </pc:picChg>
      </pc:sldChg>
      <pc:sldChg chg="addSp delSp modSp mod">
        <pc:chgData name="Dilip Datta Sai Vankayala" userId="e4791c09a227181a" providerId="LiveId" clId="{60B6E0F2-51EC-45CD-96A7-D99B41C36CA0}" dt="2025-03-21T14:18:17.696" v="1789"/>
        <pc:sldMkLst>
          <pc:docMk/>
          <pc:sldMk cId="2256415391" sldId="269"/>
        </pc:sldMkLst>
        <pc:spChg chg="mod">
          <ac:chgData name="Dilip Datta Sai Vankayala" userId="e4791c09a227181a" providerId="LiveId" clId="{60B6E0F2-51EC-45CD-96A7-D99B41C36CA0}" dt="2025-03-21T14:18:17.696" v="1789"/>
          <ac:spMkLst>
            <pc:docMk/>
            <pc:sldMk cId="2256415391" sldId="269"/>
            <ac:spMk id="2" creationId="{7B30B69F-77F0-6C39-F0B9-141F08FEBF5A}"/>
          </ac:spMkLst>
        </pc:spChg>
        <pc:picChg chg="add mod">
          <ac:chgData name="Dilip Datta Sai Vankayala" userId="e4791c09a227181a" providerId="LiveId" clId="{60B6E0F2-51EC-45CD-96A7-D99B41C36CA0}" dt="2025-03-20T05:58:32.941" v="1678" actId="14100"/>
          <ac:picMkLst>
            <pc:docMk/>
            <pc:sldMk cId="2256415391" sldId="269"/>
            <ac:picMk id="7" creationId="{3C0E8FCB-3E38-B764-A673-1400A8BBF465}"/>
          </ac:picMkLst>
        </pc:picChg>
      </pc:sldChg>
      <pc:sldChg chg="addSp delSp modSp mod">
        <pc:chgData name="Dilip Datta Sai Vankayala" userId="e4791c09a227181a" providerId="LiveId" clId="{60B6E0F2-51EC-45CD-96A7-D99B41C36CA0}" dt="2025-03-25T05:04:46.109" v="2153" actId="478"/>
        <pc:sldMkLst>
          <pc:docMk/>
          <pc:sldMk cId="2229314888" sldId="270"/>
        </pc:sldMkLst>
        <pc:spChg chg="mod">
          <ac:chgData name="Dilip Datta Sai Vankayala" userId="e4791c09a227181a" providerId="LiveId" clId="{60B6E0F2-51EC-45CD-96A7-D99B41C36CA0}" dt="2025-03-19T15:13:45.373" v="1325" actId="1038"/>
          <ac:spMkLst>
            <pc:docMk/>
            <pc:sldMk cId="2229314888" sldId="270"/>
            <ac:spMk id="2" creationId="{D4415C5B-9F59-A168-3B56-C70C64C6B9D2}"/>
          </ac:spMkLst>
        </pc:spChg>
        <pc:spChg chg="add del mod">
          <ac:chgData name="Dilip Datta Sai Vankayala" userId="e4791c09a227181a" providerId="LiveId" clId="{60B6E0F2-51EC-45CD-96A7-D99B41C36CA0}" dt="2025-03-25T05:03:53.296" v="2147" actId="478"/>
          <ac:spMkLst>
            <pc:docMk/>
            <pc:sldMk cId="2229314888" sldId="270"/>
            <ac:spMk id="3" creationId="{5963F62E-4350-7CC0-477D-1476C0E4534D}"/>
          </ac:spMkLst>
        </pc:spChg>
        <pc:spChg chg="add del">
          <ac:chgData name="Dilip Datta Sai Vankayala" userId="e4791c09a227181a" providerId="LiveId" clId="{60B6E0F2-51EC-45CD-96A7-D99B41C36CA0}" dt="2025-03-25T05:04:14.474" v="2149" actId="478"/>
          <ac:spMkLst>
            <pc:docMk/>
            <pc:sldMk cId="2229314888" sldId="270"/>
            <ac:spMk id="4" creationId="{C5DA7171-DEC6-CBD5-F32B-4D9E6BFC4713}"/>
          </ac:spMkLst>
        </pc:spChg>
        <pc:spChg chg="add del">
          <ac:chgData name="Dilip Datta Sai Vankayala" userId="e4791c09a227181a" providerId="LiveId" clId="{60B6E0F2-51EC-45CD-96A7-D99B41C36CA0}" dt="2025-03-25T05:04:46.109" v="2153" actId="478"/>
          <ac:spMkLst>
            <pc:docMk/>
            <pc:sldMk cId="2229314888" sldId="270"/>
            <ac:spMk id="8" creationId="{0DD5951E-93D5-3BDC-BE74-6D3737A864CD}"/>
          </ac:spMkLst>
        </pc:spChg>
        <pc:picChg chg="mod">
          <ac:chgData name="Dilip Datta Sai Vankayala" userId="e4791c09a227181a" providerId="LiveId" clId="{60B6E0F2-51EC-45CD-96A7-D99B41C36CA0}" dt="2025-03-19T15:13:34.078" v="1305" actId="14100"/>
          <ac:picMkLst>
            <pc:docMk/>
            <pc:sldMk cId="2229314888" sldId="270"/>
            <ac:picMk id="5" creationId="{A6889907-F3FC-6A59-BAC0-8B9ACD6B38F9}"/>
          </ac:picMkLst>
        </pc:picChg>
        <pc:cxnChg chg="add del">
          <ac:chgData name="Dilip Datta Sai Vankayala" userId="e4791c09a227181a" providerId="LiveId" clId="{60B6E0F2-51EC-45CD-96A7-D99B41C36CA0}" dt="2025-03-25T05:04:37.912" v="2151" actId="478"/>
          <ac:cxnSpMkLst>
            <pc:docMk/>
            <pc:sldMk cId="2229314888" sldId="270"/>
            <ac:cxnSpMk id="7" creationId="{D172D83B-714C-B099-24A2-F83CCA3E2515}"/>
          </ac:cxnSpMkLst>
        </pc:cxnChg>
      </pc:sldChg>
      <pc:sldChg chg="modSp del mod">
        <pc:chgData name="Dilip Datta Sai Vankayala" userId="e4791c09a227181a" providerId="LiveId" clId="{60B6E0F2-51EC-45CD-96A7-D99B41C36CA0}" dt="2025-03-18T08:42:59.541" v="1013" actId="47"/>
        <pc:sldMkLst>
          <pc:docMk/>
          <pc:sldMk cId="3001198266" sldId="271"/>
        </pc:sldMkLst>
      </pc:sldChg>
      <pc:sldChg chg="modSp del mod">
        <pc:chgData name="Dilip Datta Sai Vankayala" userId="e4791c09a227181a" providerId="LiveId" clId="{60B6E0F2-51EC-45CD-96A7-D99B41C36CA0}" dt="2025-03-18T08:42:46.023" v="1012" actId="47"/>
        <pc:sldMkLst>
          <pc:docMk/>
          <pc:sldMk cId="699199949" sldId="272"/>
        </pc:sldMkLst>
      </pc:sldChg>
      <pc:sldChg chg="addSp delSp modSp mod">
        <pc:chgData name="Dilip Datta Sai Vankayala" userId="e4791c09a227181a" providerId="LiveId" clId="{60B6E0F2-51EC-45CD-96A7-D99B41C36CA0}" dt="2025-03-21T14:19:09.148" v="1793" actId="14100"/>
        <pc:sldMkLst>
          <pc:docMk/>
          <pc:sldMk cId="117336582" sldId="273"/>
        </pc:sldMkLst>
        <pc:spChg chg="mod">
          <ac:chgData name="Dilip Datta Sai Vankayala" userId="e4791c09a227181a" providerId="LiveId" clId="{60B6E0F2-51EC-45CD-96A7-D99B41C36CA0}" dt="2025-03-21T14:18:17.696" v="1789"/>
          <ac:spMkLst>
            <pc:docMk/>
            <pc:sldMk cId="117336582" sldId="273"/>
            <ac:spMk id="2" creationId="{6C67193F-5A08-65C1-8FA7-1DE48E5149C8}"/>
          </ac:spMkLst>
        </pc:spChg>
        <pc:spChg chg="add mod">
          <ac:chgData name="Dilip Datta Sai Vankayala" userId="e4791c09a227181a" providerId="LiveId" clId="{60B6E0F2-51EC-45CD-96A7-D99B41C36CA0}" dt="2025-03-20T06:02:26.121" v="1755" actId="1038"/>
          <ac:spMkLst>
            <pc:docMk/>
            <pc:sldMk cId="117336582" sldId="273"/>
            <ac:spMk id="4" creationId="{5FC7A325-1EDD-C554-BA71-400D3FE4307E}"/>
          </ac:spMkLst>
        </pc:spChg>
        <pc:picChg chg="mod">
          <ac:chgData name="Dilip Datta Sai Vankayala" userId="e4791c09a227181a" providerId="LiveId" clId="{60B6E0F2-51EC-45CD-96A7-D99B41C36CA0}" dt="2025-03-21T14:19:09.148" v="1793" actId="14100"/>
          <ac:picMkLst>
            <pc:docMk/>
            <pc:sldMk cId="117336582" sldId="273"/>
            <ac:picMk id="5" creationId="{AAF154B9-B1D3-5D03-8295-353001B77AA9}"/>
          </ac:picMkLst>
        </pc:picChg>
      </pc:sldChg>
      <pc:sldChg chg="modSp del mod modAnim">
        <pc:chgData name="Dilip Datta Sai Vankayala" userId="e4791c09a227181a" providerId="LiveId" clId="{60B6E0F2-51EC-45CD-96A7-D99B41C36CA0}" dt="2025-03-24T10:11:31.586" v="1992" actId="47"/>
        <pc:sldMkLst>
          <pc:docMk/>
          <pc:sldMk cId="3091890946" sldId="274"/>
        </pc:sldMkLst>
      </pc:sldChg>
      <pc:sldChg chg="modSp mod modAnim">
        <pc:chgData name="Dilip Datta Sai Vankayala" userId="e4791c09a227181a" providerId="LiveId" clId="{60B6E0F2-51EC-45CD-96A7-D99B41C36CA0}" dt="2025-03-24T10:11:40.638" v="1993"/>
        <pc:sldMkLst>
          <pc:docMk/>
          <pc:sldMk cId="2651540767" sldId="275"/>
        </pc:sldMkLst>
        <pc:spChg chg="mod">
          <ac:chgData name="Dilip Datta Sai Vankayala" userId="e4791c09a227181a" providerId="LiveId" clId="{60B6E0F2-51EC-45CD-96A7-D99B41C36CA0}" dt="2025-03-21T14:18:17.696" v="1789"/>
          <ac:spMkLst>
            <pc:docMk/>
            <pc:sldMk cId="2651540767" sldId="275"/>
            <ac:spMk id="2" creationId="{F49DD52A-E12E-DABB-032C-F88E820F7D1A}"/>
          </ac:spMkLst>
        </pc:spChg>
        <pc:spChg chg="mod">
          <ac:chgData name="Dilip Datta Sai Vankayala" userId="e4791c09a227181a" providerId="LiveId" clId="{60B6E0F2-51EC-45CD-96A7-D99B41C36CA0}" dt="2025-03-21T14:18:17.696" v="1789"/>
          <ac:spMkLst>
            <pc:docMk/>
            <pc:sldMk cId="2651540767" sldId="275"/>
            <ac:spMk id="3" creationId="{C4F576B8-351D-9851-C5CD-067505504190}"/>
          </ac:spMkLst>
        </pc:spChg>
      </pc:sldChg>
      <pc:sldChg chg="addSp delSp modSp mod">
        <pc:chgData name="Dilip Datta Sai Vankayala" userId="e4791c09a227181a" providerId="LiveId" clId="{60B6E0F2-51EC-45CD-96A7-D99B41C36CA0}" dt="2025-03-16T15:08:47.388" v="960" actId="931"/>
        <pc:sldMkLst>
          <pc:docMk/>
          <pc:sldMk cId="181330542" sldId="276"/>
        </pc:sldMkLst>
        <pc:picChg chg="add mod">
          <ac:chgData name="Dilip Datta Sai Vankayala" userId="e4791c09a227181a" providerId="LiveId" clId="{60B6E0F2-51EC-45CD-96A7-D99B41C36CA0}" dt="2025-03-16T15:08:47.388" v="960" actId="931"/>
          <ac:picMkLst>
            <pc:docMk/>
            <pc:sldMk cId="181330542" sldId="276"/>
            <ac:picMk id="4" creationId="{1E6C482F-D419-FE99-0A84-78551F26C138}"/>
          </ac:picMkLst>
        </pc:picChg>
      </pc:sldChg>
      <pc:sldChg chg="modSp new mod modAnim">
        <pc:chgData name="Dilip Datta Sai Vankayala" userId="e4791c09a227181a" providerId="LiveId" clId="{60B6E0F2-51EC-45CD-96A7-D99B41C36CA0}" dt="2025-03-24T10:11:06.989" v="1991" actId="20577"/>
        <pc:sldMkLst>
          <pc:docMk/>
          <pc:sldMk cId="3354534381" sldId="277"/>
        </pc:sldMkLst>
        <pc:spChg chg="mod">
          <ac:chgData name="Dilip Datta Sai Vankayala" userId="e4791c09a227181a" providerId="LiveId" clId="{60B6E0F2-51EC-45CD-96A7-D99B41C36CA0}" dt="2025-03-21T14:18:17.696" v="1789"/>
          <ac:spMkLst>
            <pc:docMk/>
            <pc:sldMk cId="3354534381" sldId="277"/>
            <ac:spMk id="2" creationId="{982D09D0-9EDA-0659-B1AC-A0A41B3D2723}"/>
          </ac:spMkLst>
        </pc:spChg>
        <pc:spChg chg="mod">
          <ac:chgData name="Dilip Datta Sai Vankayala" userId="e4791c09a227181a" providerId="LiveId" clId="{60B6E0F2-51EC-45CD-96A7-D99B41C36CA0}" dt="2025-03-24T10:11:06.989" v="1991" actId="20577"/>
          <ac:spMkLst>
            <pc:docMk/>
            <pc:sldMk cId="3354534381" sldId="277"/>
            <ac:spMk id="3" creationId="{19C79175-B181-6128-D61F-6837A2ADF72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9122A3-6F98-4943-A27B-F89EFEEBAFBC}" type="datetimeFigureOut">
              <a:rPr lang="en-IN" smtClean="0"/>
              <a:t>25-03-2025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DB3C31-D589-4238-8ED4-CFE6C5419A00}" type="slidenum">
              <a:rPr lang="en-IN" smtClean="0"/>
              <a:t>‹#›</a:t>
            </a:fld>
            <a:endParaRPr lang="en-IN"/>
          </a:p>
        </p:txBody>
      </p:sp>
    </p:spTree>
    <p:extLst>
      <p:ext uri="{BB962C8B-B14F-4D97-AF65-F5344CB8AC3E}">
        <p14:creationId xmlns:p14="http://schemas.microsoft.com/office/powerpoint/2010/main" val="2626810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5DB3C31-D589-4238-8ED4-CFE6C5419A00}" type="slidenum">
              <a:rPr lang="en-IN" smtClean="0"/>
              <a:t>9</a:t>
            </a:fld>
            <a:endParaRPr lang="en-IN"/>
          </a:p>
        </p:txBody>
      </p:sp>
    </p:spTree>
    <p:extLst>
      <p:ext uri="{BB962C8B-B14F-4D97-AF65-F5344CB8AC3E}">
        <p14:creationId xmlns:p14="http://schemas.microsoft.com/office/powerpoint/2010/main" val="4268463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948194-AFD4-4CC1-9A5F-17F370FF7CA4}"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2832345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948194-AFD4-4CC1-9A5F-17F370FF7CA4}"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982240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948194-AFD4-4CC1-9A5F-17F370FF7CA4}"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2248349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948194-AFD4-4CC1-9A5F-17F370FF7CA4}"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710270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948194-AFD4-4CC1-9A5F-17F370FF7CA4}" type="datetimeFigureOut">
              <a:rPr lang="en-IN" smtClean="0"/>
              <a:t>25-03-2025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3684731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948194-AFD4-4CC1-9A5F-17F370FF7CA4}" type="datetimeFigureOut">
              <a:rPr lang="en-IN" smtClean="0"/>
              <a:t>25-03-2025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950707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948194-AFD4-4CC1-9A5F-17F370FF7CA4}" type="datetimeFigureOut">
              <a:rPr lang="en-IN" smtClean="0"/>
              <a:t>25-03-2025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2358067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948194-AFD4-4CC1-9A5F-17F370FF7CA4}"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40763407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948194-AFD4-4CC1-9A5F-17F370FF7CA4}" type="datetimeFigureOut">
              <a:rPr lang="en-IN" smtClean="0"/>
              <a:t>25-03-2025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665464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948194-AFD4-4CC1-9A5F-17F370FF7CA4}"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1526986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948194-AFD4-4CC1-9A5F-17F370FF7CA4}" type="datetimeFigureOut">
              <a:rPr lang="en-IN" smtClean="0"/>
              <a:t>25-03-2025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AD0F525-0DBA-4FCB-BA16-43CBDCCBDBE0}" type="slidenum">
              <a:rPr lang="en-IN" smtClean="0"/>
              <a:t>‹#›</a:t>
            </a:fld>
            <a:endParaRPr lang="en-IN"/>
          </a:p>
        </p:txBody>
      </p:sp>
    </p:spTree>
    <p:extLst>
      <p:ext uri="{BB962C8B-B14F-4D97-AF65-F5344CB8AC3E}">
        <p14:creationId xmlns:p14="http://schemas.microsoft.com/office/powerpoint/2010/main" val="1343208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948194-AFD4-4CC1-9A5F-17F370FF7CA4}" type="datetimeFigureOut">
              <a:rPr lang="en-IN" smtClean="0"/>
              <a:t>25-03-2025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D0F525-0DBA-4FCB-BA16-43CBDCCBDBE0}" type="slidenum">
              <a:rPr lang="en-IN" smtClean="0"/>
              <a:t>‹#›</a:t>
            </a:fld>
            <a:endParaRPr lang="en-IN"/>
          </a:p>
        </p:txBody>
      </p:sp>
    </p:spTree>
    <p:extLst>
      <p:ext uri="{BB962C8B-B14F-4D97-AF65-F5344CB8AC3E}">
        <p14:creationId xmlns:p14="http://schemas.microsoft.com/office/powerpoint/2010/main" val="387111754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BD595-AF72-FE09-0A08-48923F824288}"/>
              </a:ext>
            </a:extLst>
          </p:cNvPr>
          <p:cNvSpPr>
            <a:spLocks noGrp="1"/>
          </p:cNvSpPr>
          <p:nvPr>
            <p:ph type="ctrTitle"/>
          </p:nvPr>
        </p:nvSpPr>
        <p:spPr>
          <a:xfrm>
            <a:off x="1524000" y="2206112"/>
            <a:ext cx="9144000" cy="1157728"/>
          </a:xfrm>
        </p:spPr>
        <p:txBody>
          <a:bodyPr>
            <a:normAutofit/>
          </a:bodyPr>
          <a:lstStyle/>
          <a:p>
            <a:pPr algn="just"/>
            <a:r>
              <a:rPr lang="en-US" sz="3600" b="1" dirty="0"/>
              <a:t>Advanced Bitcoin Market Price Forecasting Using  Machine Learning Techniques</a:t>
            </a:r>
            <a:endParaRPr lang="en-IN" sz="3600" dirty="0"/>
          </a:p>
        </p:txBody>
      </p:sp>
      <p:sp>
        <p:nvSpPr>
          <p:cNvPr id="3" name="Subtitle 2">
            <a:extLst>
              <a:ext uri="{FF2B5EF4-FFF2-40B4-BE49-F238E27FC236}">
                <a16:creationId xmlns:a16="http://schemas.microsoft.com/office/drawing/2014/main" id="{9B8B29C9-9E08-419C-ABA3-8B04D4D85C50}"/>
              </a:ext>
            </a:extLst>
          </p:cNvPr>
          <p:cNvSpPr>
            <a:spLocks noGrp="1"/>
          </p:cNvSpPr>
          <p:nvPr>
            <p:ph type="subTitle" idx="1"/>
          </p:nvPr>
        </p:nvSpPr>
        <p:spPr>
          <a:xfrm>
            <a:off x="1524000" y="3916946"/>
            <a:ext cx="4427621" cy="2499895"/>
          </a:xfrm>
        </p:spPr>
        <p:txBody>
          <a:bodyPr>
            <a:normAutofit/>
          </a:bodyPr>
          <a:lstStyle/>
          <a:p>
            <a:pPr algn="just"/>
            <a:r>
              <a:rPr lang="en-IN" sz="2400" dirty="0"/>
              <a:t> </a:t>
            </a:r>
            <a:r>
              <a:rPr lang="en-IN" sz="2400" b="1" dirty="0"/>
              <a:t>Presented by:                                                                               </a:t>
            </a:r>
          </a:p>
          <a:p>
            <a:pPr algn="just"/>
            <a:r>
              <a:rPr lang="en-IN" sz="2400" dirty="0" err="1"/>
              <a:t>S.Tejaswi</a:t>
            </a:r>
            <a:r>
              <a:rPr lang="en-IN" sz="2400" dirty="0"/>
              <a:t> (21MQ1A4226)                                                                  </a:t>
            </a:r>
          </a:p>
          <a:p>
            <a:pPr algn="just"/>
            <a:r>
              <a:rPr lang="en-IN" sz="2400" dirty="0" err="1"/>
              <a:t>V.Dilip</a:t>
            </a:r>
            <a:r>
              <a:rPr lang="en-IN" sz="2400" dirty="0"/>
              <a:t> Datta Sai (21MQ1A4256)                                                       </a:t>
            </a:r>
          </a:p>
          <a:p>
            <a:pPr algn="just"/>
            <a:r>
              <a:rPr lang="en-IN" sz="2400" dirty="0" err="1"/>
              <a:t>Md.Neelofar</a:t>
            </a:r>
            <a:r>
              <a:rPr lang="en-IN" sz="2400" dirty="0"/>
              <a:t>(21MQ1A4220)                                                             </a:t>
            </a:r>
          </a:p>
          <a:p>
            <a:pPr algn="just"/>
            <a:r>
              <a:rPr lang="en-IN" sz="2400" dirty="0" err="1"/>
              <a:t>R.Kapil</a:t>
            </a:r>
            <a:r>
              <a:rPr lang="en-IN" sz="2400" dirty="0"/>
              <a:t> Harsha(21MQ1A4252)</a:t>
            </a:r>
            <a:endParaRPr lang="en-IN" dirty="0"/>
          </a:p>
        </p:txBody>
      </p:sp>
      <p:pic>
        <p:nvPicPr>
          <p:cNvPr id="4" name="Picture 3">
            <a:extLst>
              <a:ext uri="{FF2B5EF4-FFF2-40B4-BE49-F238E27FC236}">
                <a16:creationId xmlns:a16="http://schemas.microsoft.com/office/drawing/2014/main" id="{DE7D1C69-9D85-E58F-4CF3-0911E17223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1771650"/>
          </a:xfrm>
          <a:prstGeom prst="rect">
            <a:avLst/>
          </a:prstGeom>
        </p:spPr>
      </p:pic>
      <p:sp>
        <p:nvSpPr>
          <p:cNvPr id="7" name="TextBox 6">
            <a:extLst>
              <a:ext uri="{FF2B5EF4-FFF2-40B4-BE49-F238E27FC236}">
                <a16:creationId xmlns:a16="http://schemas.microsoft.com/office/drawing/2014/main" id="{DA1A1150-6A61-CA38-A991-7405F6E84E5C}"/>
              </a:ext>
            </a:extLst>
          </p:cNvPr>
          <p:cNvSpPr txBox="1"/>
          <p:nvPr/>
        </p:nvSpPr>
        <p:spPr>
          <a:xfrm>
            <a:off x="7106653" y="3914273"/>
            <a:ext cx="4732421" cy="2246769"/>
          </a:xfrm>
          <a:prstGeom prst="rect">
            <a:avLst/>
          </a:prstGeom>
          <a:noFill/>
        </p:spPr>
        <p:txBody>
          <a:bodyPr wrap="square" rtlCol="0">
            <a:spAutoFit/>
          </a:bodyPr>
          <a:lstStyle/>
          <a:p>
            <a:r>
              <a:rPr lang="en-IN" sz="2000" b="1" dirty="0"/>
              <a:t>HEAD OF THE DEPARTMENT:</a:t>
            </a:r>
            <a:br>
              <a:rPr lang="en-IN" sz="2000" dirty="0"/>
            </a:br>
            <a:r>
              <a:rPr lang="en-IN" sz="2000" dirty="0"/>
              <a:t>Dr . SYAM PRASAD,</a:t>
            </a:r>
          </a:p>
          <a:p>
            <a:r>
              <a:rPr lang="en-IN" sz="2000" dirty="0" err="1"/>
              <a:t>B.Tech</a:t>
            </a:r>
            <a:r>
              <a:rPr lang="en-IN" sz="2000" dirty="0"/>
              <a:t>, </a:t>
            </a:r>
            <a:r>
              <a:rPr lang="en-IN" sz="2000" dirty="0" err="1"/>
              <a:t>M.Tech</a:t>
            </a:r>
            <a:r>
              <a:rPr lang="en-IN" sz="2000" dirty="0"/>
              <a:t>, PHD</a:t>
            </a:r>
          </a:p>
          <a:p>
            <a:endParaRPr lang="en-IN" sz="2000" b="1" dirty="0"/>
          </a:p>
          <a:p>
            <a:r>
              <a:rPr lang="en-IN" sz="2000" b="1" dirty="0"/>
              <a:t>Under the Guidance of:</a:t>
            </a:r>
          </a:p>
          <a:p>
            <a:r>
              <a:rPr lang="en-IN" sz="2000" dirty="0"/>
              <a:t>M . Naresh Babu,</a:t>
            </a:r>
          </a:p>
          <a:p>
            <a:r>
              <a:rPr lang="en-IN" sz="2000" dirty="0"/>
              <a:t>Assistant Professor</a:t>
            </a:r>
          </a:p>
        </p:txBody>
      </p:sp>
    </p:spTree>
    <p:extLst>
      <p:ext uri="{BB962C8B-B14F-4D97-AF65-F5344CB8AC3E}">
        <p14:creationId xmlns:p14="http://schemas.microsoft.com/office/powerpoint/2010/main" val="56721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921E-DF19-60DA-BBFD-26040E9BB25D}"/>
              </a:ext>
            </a:extLst>
          </p:cNvPr>
          <p:cNvSpPr>
            <a:spLocks noGrp="1"/>
          </p:cNvSpPr>
          <p:nvPr>
            <p:ph type="title"/>
          </p:nvPr>
        </p:nvSpPr>
        <p:spPr>
          <a:xfrm>
            <a:off x="4488425" y="9832"/>
            <a:ext cx="3215149" cy="894735"/>
          </a:xfrm>
        </p:spPr>
        <p:txBody>
          <a:bodyPr>
            <a:normAutofit fontScale="90000"/>
          </a:bodyPr>
          <a:lstStyle/>
          <a:p>
            <a:pPr algn="ctr"/>
            <a:r>
              <a:rPr lang="en-IN" dirty="0"/>
              <a:t>                            </a:t>
            </a:r>
            <a:r>
              <a:rPr lang="en-IN" sz="4400" b="1" dirty="0"/>
              <a:t>CONTENTS</a:t>
            </a:r>
          </a:p>
        </p:txBody>
      </p:sp>
      <p:sp>
        <p:nvSpPr>
          <p:cNvPr id="3" name="Content Placeholder 2">
            <a:extLst>
              <a:ext uri="{FF2B5EF4-FFF2-40B4-BE49-F238E27FC236}">
                <a16:creationId xmlns:a16="http://schemas.microsoft.com/office/drawing/2014/main" id="{556BD777-87DC-171C-8DE2-A7C38FC57729}"/>
              </a:ext>
            </a:extLst>
          </p:cNvPr>
          <p:cNvSpPr>
            <a:spLocks noGrp="1"/>
          </p:cNvSpPr>
          <p:nvPr>
            <p:ph idx="1"/>
          </p:nvPr>
        </p:nvSpPr>
        <p:spPr>
          <a:xfrm>
            <a:off x="838200" y="1229032"/>
            <a:ext cx="10515600" cy="4947931"/>
          </a:xfrm>
        </p:spPr>
        <p:txBody>
          <a:bodyPr>
            <a:noAutofit/>
          </a:bodyPr>
          <a:lstStyle/>
          <a:p>
            <a:r>
              <a:rPr lang="en-IN" sz="3200" dirty="0"/>
              <a:t>ABSTRACT</a:t>
            </a:r>
          </a:p>
          <a:p>
            <a:r>
              <a:rPr lang="en-IN" sz="3200" dirty="0"/>
              <a:t>EXISTING SYSTEM</a:t>
            </a:r>
          </a:p>
          <a:p>
            <a:r>
              <a:rPr lang="en-IN" sz="3200" dirty="0"/>
              <a:t>PROPOSED SYSTEM</a:t>
            </a:r>
          </a:p>
          <a:p>
            <a:r>
              <a:rPr lang="en-IN" sz="3200" dirty="0"/>
              <a:t>HARDWARE REQUIREMENTS</a:t>
            </a:r>
          </a:p>
          <a:p>
            <a:r>
              <a:rPr lang="en-IN" sz="3200" dirty="0"/>
              <a:t>SOFTWARE REQUIREMENTS</a:t>
            </a:r>
          </a:p>
          <a:p>
            <a:r>
              <a:rPr lang="en-IN" sz="3200" dirty="0"/>
              <a:t>ANALYSIS</a:t>
            </a:r>
          </a:p>
          <a:p>
            <a:r>
              <a:rPr lang="en-IN" sz="3200" dirty="0"/>
              <a:t>DESIGN</a:t>
            </a:r>
          </a:p>
          <a:p>
            <a:r>
              <a:rPr lang="en-IN" sz="3200" dirty="0"/>
              <a:t>KEY FEATURES</a:t>
            </a:r>
          </a:p>
          <a:p>
            <a:r>
              <a:rPr lang="en-IN" sz="3200" dirty="0"/>
              <a:t>APPLICATIONS</a:t>
            </a:r>
          </a:p>
        </p:txBody>
      </p:sp>
    </p:spTree>
    <p:extLst>
      <p:ext uri="{BB962C8B-B14F-4D97-AF65-F5344CB8AC3E}">
        <p14:creationId xmlns:p14="http://schemas.microsoft.com/office/powerpoint/2010/main" val="3490055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C5E7A-F03B-F905-8C2F-28A297F4B2BA}"/>
              </a:ext>
            </a:extLst>
          </p:cNvPr>
          <p:cNvSpPr>
            <a:spLocks noGrp="1"/>
          </p:cNvSpPr>
          <p:nvPr>
            <p:ph type="title"/>
          </p:nvPr>
        </p:nvSpPr>
        <p:spPr>
          <a:xfrm>
            <a:off x="838200" y="365125"/>
            <a:ext cx="10515600" cy="795081"/>
          </a:xfrm>
        </p:spPr>
        <p:txBody>
          <a:bodyPr>
            <a:normAutofit/>
          </a:bodyPr>
          <a:lstStyle/>
          <a:p>
            <a:r>
              <a:rPr lang="en-IN" sz="4400" b="1" dirty="0"/>
              <a:t>ABSTRACT</a:t>
            </a:r>
          </a:p>
        </p:txBody>
      </p:sp>
      <p:sp>
        <p:nvSpPr>
          <p:cNvPr id="3" name="Content Placeholder 2">
            <a:extLst>
              <a:ext uri="{FF2B5EF4-FFF2-40B4-BE49-F238E27FC236}">
                <a16:creationId xmlns:a16="http://schemas.microsoft.com/office/drawing/2014/main" id="{BEBD13F7-AACF-7136-FBF9-824B324E8817}"/>
              </a:ext>
            </a:extLst>
          </p:cNvPr>
          <p:cNvSpPr>
            <a:spLocks noGrp="1"/>
          </p:cNvSpPr>
          <p:nvPr>
            <p:ph idx="1"/>
          </p:nvPr>
        </p:nvSpPr>
        <p:spPr>
          <a:xfrm>
            <a:off x="685801" y="1356854"/>
            <a:ext cx="10880557" cy="5088195"/>
          </a:xfrm>
        </p:spPr>
        <p:txBody>
          <a:bodyPr>
            <a:normAutofit/>
          </a:bodyPr>
          <a:lstStyle/>
          <a:p>
            <a:pPr marL="0" indent="0" algn="just">
              <a:buNone/>
            </a:pPr>
            <a:r>
              <a:rPr lang="en-US" sz="3200" dirty="0"/>
              <a:t>This project focuses on developing an advanced forecasting system for Bitcoin market price prediction using  XG Boost . The system aims to capture complex price trends, volatility, and market sentiment. It leverages historical price data, trading volume, macroeconomic indicators, and social media sentiment analysis to enhance prediction accuracy. The goal is to assist traders, investors, and financial analysts in making data-driven decisions, reducing risks, and optimizing investment strategies in the highly volatile cryptocurrency market. </a:t>
            </a:r>
          </a:p>
          <a:p>
            <a:pPr marL="0" indent="0">
              <a:buNone/>
            </a:pPr>
            <a:endParaRPr lang="en-IN" dirty="0"/>
          </a:p>
        </p:txBody>
      </p:sp>
    </p:spTree>
    <p:extLst>
      <p:ext uri="{BB962C8B-B14F-4D97-AF65-F5344CB8AC3E}">
        <p14:creationId xmlns:p14="http://schemas.microsoft.com/office/powerpoint/2010/main" val="3841961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EEE8A-D3CB-5ED2-1B9C-4383E381A7A0}"/>
              </a:ext>
            </a:extLst>
          </p:cNvPr>
          <p:cNvSpPr>
            <a:spLocks noGrp="1"/>
          </p:cNvSpPr>
          <p:nvPr>
            <p:ph type="title"/>
          </p:nvPr>
        </p:nvSpPr>
        <p:spPr>
          <a:xfrm>
            <a:off x="685801" y="49159"/>
            <a:ext cx="10131425" cy="1456267"/>
          </a:xfrm>
        </p:spPr>
        <p:txBody>
          <a:bodyPr/>
          <a:lstStyle/>
          <a:p>
            <a:r>
              <a:rPr lang="en-IN" b="1" dirty="0"/>
              <a:t>EXISTING SYSTEM</a:t>
            </a:r>
          </a:p>
        </p:txBody>
      </p:sp>
      <p:sp>
        <p:nvSpPr>
          <p:cNvPr id="3" name="Content Placeholder 2">
            <a:extLst>
              <a:ext uri="{FF2B5EF4-FFF2-40B4-BE49-F238E27FC236}">
                <a16:creationId xmlns:a16="http://schemas.microsoft.com/office/drawing/2014/main" id="{B12D44FB-5E20-D3D4-B835-D58BF15CC112}"/>
              </a:ext>
            </a:extLst>
          </p:cNvPr>
          <p:cNvSpPr>
            <a:spLocks noGrp="1"/>
          </p:cNvSpPr>
          <p:nvPr>
            <p:ph idx="1"/>
          </p:nvPr>
        </p:nvSpPr>
        <p:spPr>
          <a:xfrm>
            <a:off x="685801" y="1571794"/>
            <a:ext cx="10131425" cy="4715933"/>
          </a:xfrm>
        </p:spPr>
        <p:txBody>
          <a:bodyPr>
            <a:normAutofit/>
          </a:bodyPr>
          <a:lstStyle/>
          <a:p>
            <a:pPr algn="just">
              <a:buFont typeface="Wingdings" panose="05000000000000000000" pitchFamily="2" charset="2"/>
              <a:buChar char="Ø"/>
            </a:pPr>
            <a:r>
              <a:rPr lang="en-IN" sz="3600" dirty="0"/>
              <a:t>Traditional statistical models : </a:t>
            </a:r>
          </a:p>
          <a:p>
            <a:pPr algn="just"/>
            <a:r>
              <a:rPr lang="en-IN" sz="3600" dirty="0"/>
              <a:t>ARIMA (Autoregressive Integrated Moving Average)</a:t>
            </a:r>
          </a:p>
          <a:p>
            <a:pPr algn="just"/>
            <a:r>
              <a:rPr lang="en-IN" sz="3600" dirty="0"/>
              <a:t>GARCH (Generalized Autoregressive Conditional Heteroskedasticity)</a:t>
            </a:r>
          </a:p>
          <a:p>
            <a:pPr algn="just">
              <a:buFont typeface="Wingdings" panose="05000000000000000000" pitchFamily="2" charset="2"/>
              <a:buChar char="Ø"/>
            </a:pPr>
            <a:r>
              <a:rPr lang="en-IN" sz="3600" dirty="0"/>
              <a:t>Challenges:</a:t>
            </a:r>
          </a:p>
          <a:p>
            <a:pPr lvl="1" algn="just"/>
            <a:r>
              <a:rPr lang="en-IN" sz="3600" dirty="0"/>
              <a:t>Limited ability to handle non-linearity, market volatility and low performance delivered.</a:t>
            </a:r>
          </a:p>
          <a:p>
            <a:pPr lvl="1" algn="just"/>
            <a:r>
              <a:rPr lang="en-IN" sz="3600" dirty="0"/>
              <a:t>Inefficient in capturing complex dependencies.</a:t>
            </a:r>
          </a:p>
          <a:p>
            <a:pPr marL="0" indent="0">
              <a:buNone/>
            </a:pPr>
            <a:endParaRPr lang="en-IN" dirty="0"/>
          </a:p>
        </p:txBody>
      </p:sp>
    </p:spTree>
    <p:extLst>
      <p:ext uri="{BB962C8B-B14F-4D97-AF65-F5344CB8AC3E}">
        <p14:creationId xmlns:p14="http://schemas.microsoft.com/office/powerpoint/2010/main" val="1096303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83BC3-5955-C362-282E-3EC81B5F5C06}"/>
              </a:ext>
            </a:extLst>
          </p:cNvPr>
          <p:cNvSpPr>
            <a:spLocks noGrp="1"/>
          </p:cNvSpPr>
          <p:nvPr>
            <p:ph type="title"/>
          </p:nvPr>
        </p:nvSpPr>
        <p:spPr>
          <a:xfrm>
            <a:off x="685801" y="344129"/>
            <a:ext cx="10131425" cy="1061884"/>
          </a:xfrm>
        </p:spPr>
        <p:txBody>
          <a:bodyPr/>
          <a:lstStyle/>
          <a:p>
            <a:r>
              <a:rPr lang="en-IN" b="1" dirty="0"/>
              <a:t>PRORPOSED SYSTEM</a:t>
            </a:r>
          </a:p>
        </p:txBody>
      </p:sp>
      <p:sp>
        <p:nvSpPr>
          <p:cNvPr id="3" name="Content Placeholder 2">
            <a:extLst>
              <a:ext uri="{FF2B5EF4-FFF2-40B4-BE49-F238E27FC236}">
                <a16:creationId xmlns:a16="http://schemas.microsoft.com/office/drawing/2014/main" id="{A3F5CBAF-64A7-FB7C-2A0D-2817F263E6B9}"/>
              </a:ext>
            </a:extLst>
          </p:cNvPr>
          <p:cNvSpPr>
            <a:spLocks noGrp="1"/>
          </p:cNvSpPr>
          <p:nvPr>
            <p:ph idx="1"/>
          </p:nvPr>
        </p:nvSpPr>
        <p:spPr>
          <a:xfrm>
            <a:off x="685801" y="1406013"/>
            <a:ext cx="10749115" cy="5329087"/>
          </a:xfrm>
        </p:spPr>
        <p:txBody>
          <a:bodyPr>
            <a:normAutofit fontScale="92500" lnSpcReduction="20000"/>
          </a:bodyPr>
          <a:lstStyle/>
          <a:p>
            <a:pPr marL="0" indent="0" algn="just">
              <a:buNone/>
            </a:pPr>
            <a:r>
              <a:rPr lang="en-US" sz="4400" dirty="0"/>
              <a:t>Machine learning-based approach: The proposed system uses XG Boost, an advanced gradient boosting algorithm that enhances the accuracy and efficiency of Bitcoin price prediction. XG Boost handles large datasets efficiently, captures non-linear relationships, and provides feature importance insights. The model is trained on historical Bitcoin price data and market sentiment to generate highly accurate forecasts while preventing overfitting using regularization techniques.</a:t>
            </a:r>
          </a:p>
          <a:p>
            <a:pPr marL="0" indent="0" algn="just">
              <a:buNone/>
            </a:pPr>
            <a:endParaRPr lang="en-IN" sz="4400" dirty="0"/>
          </a:p>
        </p:txBody>
      </p:sp>
    </p:spTree>
    <p:extLst>
      <p:ext uri="{BB962C8B-B14F-4D97-AF65-F5344CB8AC3E}">
        <p14:creationId xmlns:p14="http://schemas.microsoft.com/office/powerpoint/2010/main" val="1074932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285047-3977-ECE0-7A0C-37EBA4C76837}"/>
              </a:ext>
            </a:extLst>
          </p:cNvPr>
          <p:cNvSpPr>
            <a:spLocks noGrp="1"/>
          </p:cNvSpPr>
          <p:nvPr>
            <p:ph type="title"/>
          </p:nvPr>
        </p:nvSpPr>
        <p:spPr>
          <a:xfrm>
            <a:off x="685801" y="275303"/>
            <a:ext cx="10131425" cy="1456267"/>
          </a:xfrm>
        </p:spPr>
        <p:txBody>
          <a:bodyPr/>
          <a:lstStyle/>
          <a:p>
            <a:r>
              <a:rPr lang="en-IN" b="1" dirty="0"/>
              <a:t>Software Requirements</a:t>
            </a:r>
          </a:p>
        </p:txBody>
      </p:sp>
      <p:sp>
        <p:nvSpPr>
          <p:cNvPr id="6" name="Content Placeholder 5">
            <a:extLst>
              <a:ext uri="{FF2B5EF4-FFF2-40B4-BE49-F238E27FC236}">
                <a16:creationId xmlns:a16="http://schemas.microsoft.com/office/drawing/2014/main" id="{C60F51E9-593A-86DE-4997-4B59E04557C3}"/>
              </a:ext>
            </a:extLst>
          </p:cNvPr>
          <p:cNvSpPr>
            <a:spLocks noGrp="1"/>
          </p:cNvSpPr>
          <p:nvPr>
            <p:ph idx="1"/>
          </p:nvPr>
        </p:nvSpPr>
        <p:spPr>
          <a:xfrm>
            <a:off x="685801" y="1609903"/>
            <a:ext cx="10816388" cy="4451684"/>
          </a:xfrm>
        </p:spPr>
        <p:txBody>
          <a:bodyPr>
            <a:noAutofit/>
          </a:bodyPr>
          <a:lstStyle/>
          <a:p>
            <a:pPr algn="just"/>
            <a:r>
              <a:rPr lang="en-IN" sz="2800" dirty="0"/>
              <a:t>Programming Languages: Python, R </a:t>
            </a:r>
          </a:p>
          <a:p>
            <a:pPr algn="just"/>
            <a:r>
              <a:rPr lang="en-IN" sz="2800" dirty="0"/>
              <a:t>Libraries &amp; Frameworks: TensorFlow</a:t>
            </a:r>
            <a:r>
              <a:rPr lang="en-IN" dirty="0"/>
              <a:t>, </a:t>
            </a:r>
            <a:r>
              <a:rPr lang="en-IN" dirty="0" err="1"/>
              <a:t>PyTorch</a:t>
            </a:r>
            <a:r>
              <a:rPr lang="en-IN" sz="2800" dirty="0"/>
              <a:t>.</a:t>
            </a:r>
          </a:p>
          <a:p>
            <a:pPr algn="just"/>
            <a:r>
              <a:rPr lang="en-IN" sz="2800" dirty="0"/>
              <a:t>Scikit-learn for machine learning.</a:t>
            </a:r>
          </a:p>
          <a:p>
            <a:pPr algn="just"/>
            <a:r>
              <a:rPr lang="en-IN" sz="2800" dirty="0"/>
              <a:t>Pandas, NumPy, SciPy for data preprocessing.</a:t>
            </a:r>
          </a:p>
          <a:p>
            <a:pPr algn="just"/>
            <a:r>
              <a:rPr lang="en-IN" sz="2800" dirty="0" err="1"/>
              <a:t>XGBoost</a:t>
            </a:r>
            <a:r>
              <a:rPr lang="en-IN" sz="2800" dirty="0"/>
              <a:t> for predictive </a:t>
            </a:r>
            <a:r>
              <a:rPr lang="en-IN" sz="2800" dirty="0" err="1"/>
              <a:t>modeling</a:t>
            </a:r>
            <a:r>
              <a:rPr lang="en-IN" sz="2800" dirty="0"/>
              <a:t>.</a:t>
            </a:r>
          </a:p>
          <a:p>
            <a:pPr algn="just"/>
            <a:r>
              <a:rPr lang="en-IN" sz="2800" dirty="0"/>
              <a:t>APIs &amp; Data Sources: Binance API, Coin Gecko API for market data.</a:t>
            </a:r>
          </a:p>
          <a:p>
            <a:pPr algn="just"/>
            <a:r>
              <a:rPr lang="en-IN" sz="2800" dirty="0"/>
              <a:t>Twitter API, Google Trends for sentiment analysis.</a:t>
            </a:r>
          </a:p>
          <a:p>
            <a:pPr algn="just"/>
            <a:r>
              <a:rPr lang="en-US" sz="2800" dirty="0"/>
              <a:t>Cloud Computing: AWS, Google Cloud, or Azure for model deployment.</a:t>
            </a:r>
            <a:endParaRPr lang="en-IN" sz="2800" dirty="0"/>
          </a:p>
        </p:txBody>
      </p:sp>
    </p:spTree>
    <p:extLst>
      <p:ext uri="{BB962C8B-B14F-4D97-AF65-F5344CB8AC3E}">
        <p14:creationId xmlns:p14="http://schemas.microsoft.com/office/powerpoint/2010/main" val="456936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09D0-9EDA-0659-B1AC-A0A41B3D2723}"/>
              </a:ext>
            </a:extLst>
          </p:cNvPr>
          <p:cNvSpPr>
            <a:spLocks noGrp="1"/>
          </p:cNvSpPr>
          <p:nvPr>
            <p:ph type="title"/>
          </p:nvPr>
        </p:nvSpPr>
        <p:spPr/>
        <p:txBody>
          <a:bodyPr/>
          <a:lstStyle/>
          <a:p>
            <a:r>
              <a:rPr lang="en-IN" sz="4400" b="1" dirty="0"/>
              <a:t>Hardware Requirements</a:t>
            </a:r>
            <a:endParaRPr lang="en-IN" dirty="0"/>
          </a:p>
        </p:txBody>
      </p:sp>
      <p:sp>
        <p:nvSpPr>
          <p:cNvPr id="3" name="Content Placeholder 2">
            <a:extLst>
              <a:ext uri="{FF2B5EF4-FFF2-40B4-BE49-F238E27FC236}">
                <a16:creationId xmlns:a16="http://schemas.microsoft.com/office/drawing/2014/main" id="{19C79175-B181-6128-D61F-6837A2ADF727}"/>
              </a:ext>
            </a:extLst>
          </p:cNvPr>
          <p:cNvSpPr>
            <a:spLocks noGrp="1"/>
          </p:cNvSpPr>
          <p:nvPr>
            <p:ph idx="1"/>
          </p:nvPr>
        </p:nvSpPr>
        <p:spPr/>
        <p:txBody>
          <a:bodyPr>
            <a:normAutofit/>
          </a:bodyPr>
          <a:lstStyle/>
          <a:p>
            <a:pPr algn="just"/>
            <a:r>
              <a:rPr lang="en-IN" sz="3600" dirty="0"/>
              <a:t>Processor: Intel Core i5/i7 (or equivalent AMD </a:t>
            </a:r>
            <a:r>
              <a:rPr lang="en-IN" sz="3600" dirty="0" err="1"/>
              <a:t>Ryzen</a:t>
            </a:r>
            <a:r>
              <a:rPr lang="en-IN" sz="3600" dirty="0"/>
              <a:t>)</a:t>
            </a:r>
          </a:p>
          <a:p>
            <a:pPr algn="just"/>
            <a:r>
              <a:rPr lang="en-IN" sz="3600" dirty="0"/>
              <a:t>RAM: Minimum 16GB (Preferred: 32GB for large datasets)</a:t>
            </a:r>
          </a:p>
          <a:p>
            <a:pPr algn="just"/>
            <a:r>
              <a:rPr lang="en-IN" sz="3600" dirty="0"/>
              <a:t>Storage: SSD (Minimum 256GB, Recommended: 512GB+)</a:t>
            </a:r>
          </a:p>
          <a:p>
            <a:pPr algn="just"/>
            <a:r>
              <a:rPr lang="en-IN" sz="3600" dirty="0"/>
              <a:t>GPU: NVIDIA RTX 2060 or higher for machine learning models.</a:t>
            </a:r>
          </a:p>
          <a:p>
            <a:endParaRPr lang="en-IN" dirty="0"/>
          </a:p>
        </p:txBody>
      </p:sp>
    </p:spTree>
    <p:extLst>
      <p:ext uri="{BB962C8B-B14F-4D97-AF65-F5344CB8AC3E}">
        <p14:creationId xmlns:p14="http://schemas.microsoft.com/office/powerpoint/2010/main" val="3354534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2E3C12C-83F2-AFD2-291D-3D93BB3E50DD}"/>
              </a:ext>
            </a:extLst>
          </p:cNvPr>
          <p:cNvSpPr>
            <a:spLocks noGrp="1"/>
          </p:cNvSpPr>
          <p:nvPr>
            <p:ph type="title"/>
          </p:nvPr>
        </p:nvSpPr>
        <p:spPr>
          <a:xfrm>
            <a:off x="657993" y="191681"/>
            <a:ext cx="2979287" cy="1053738"/>
          </a:xfrm>
        </p:spPr>
        <p:txBody>
          <a:bodyPr/>
          <a:lstStyle/>
          <a:p>
            <a:r>
              <a:rPr lang="en-IN" b="1" dirty="0"/>
              <a:t>ANALYSIS</a:t>
            </a:r>
          </a:p>
        </p:txBody>
      </p:sp>
      <p:sp>
        <p:nvSpPr>
          <p:cNvPr id="8" name="Content Placeholder 7">
            <a:extLst>
              <a:ext uri="{FF2B5EF4-FFF2-40B4-BE49-F238E27FC236}">
                <a16:creationId xmlns:a16="http://schemas.microsoft.com/office/drawing/2014/main" id="{0BF484BE-B480-4B89-67C5-059AE6E4B436}"/>
              </a:ext>
            </a:extLst>
          </p:cNvPr>
          <p:cNvSpPr>
            <a:spLocks noGrp="1"/>
          </p:cNvSpPr>
          <p:nvPr>
            <p:ph idx="1"/>
          </p:nvPr>
        </p:nvSpPr>
        <p:spPr>
          <a:xfrm>
            <a:off x="685801" y="1425676"/>
            <a:ext cx="10820398" cy="5732208"/>
          </a:xfrm>
        </p:spPr>
        <p:txBody>
          <a:bodyPr>
            <a:noAutofit/>
          </a:bodyPr>
          <a:lstStyle/>
          <a:p>
            <a:pPr marL="0" indent="0" algn="just">
              <a:buNone/>
            </a:pPr>
            <a:r>
              <a:rPr lang="en-US" sz="3200" dirty="0"/>
              <a:t>The dataset contains Bitcoin price data, including Open, High, Low, Close, Volume, and Market Cap. Data cleaning involves converting non-numeric fields, handling missing values, and ensuring consistency. Algorithms mainly consists of XG Boost for handling non-linear data. Trend analysis identifies historical price movements and volatility patterns, while feature correlation explores relationships between trading volume, sentiment, and price fluctuations. Moving averages and volatility assessments help evaluate short-term and long-term market trends, providing insights into potential price shifts.</a:t>
            </a:r>
          </a:p>
        </p:txBody>
      </p:sp>
    </p:spTree>
    <p:extLst>
      <p:ext uri="{BB962C8B-B14F-4D97-AF65-F5344CB8AC3E}">
        <p14:creationId xmlns:p14="http://schemas.microsoft.com/office/powerpoint/2010/main" val="3372362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51B37-1C87-B48E-5F3F-04D3471ABF3D}"/>
              </a:ext>
            </a:extLst>
          </p:cNvPr>
          <p:cNvSpPr>
            <a:spLocks noGrp="1"/>
          </p:cNvSpPr>
          <p:nvPr>
            <p:ph type="title"/>
          </p:nvPr>
        </p:nvSpPr>
        <p:spPr>
          <a:xfrm>
            <a:off x="943897" y="-400830"/>
            <a:ext cx="8760542" cy="1456267"/>
          </a:xfrm>
        </p:spPr>
        <p:txBody>
          <a:bodyPr/>
          <a:lstStyle/>
          <a:p>
            <a:pPr algn="ctr"/>
            <a:r>
              <a:rPr lang="en-IN" b="1" dirty="0"/>
              <a:t>SYSTEM ARCHITECTURE DIAGRAM</a:t>
            </a:r>
          </a:p>
        </p:txBody>
      </p:sp>
      <p:pic>
        <p:nvPicPr>
          <p:cNvPr id="7" name="Content Placeholder 6">
            <a:extLst>
              <a:ext uri="{FF2B5EF4-FFF2-40B4-BE49-F238E27FC236}">
                <a16:creationId xmlns:a16="http://schemas.microsoft.com/office/drawing/2014/main" id="{25371796-85B2-20C9-DDCE-4ECD14D837F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0881" y="721360"/>
            <a:ext cx="9845040" cy="5998990"/>
          </a:xfrm>
        </p:spPr>
      </p:pic>
    </p:spTree>
    <p:extLst>
      <p:ext uri="{BB962C8B-B14F-4D97-AF65-F5344CB8AC3E}">
        <p14:creationId xmlns:p14="http://schemas.microsoft.com/office/powerpoint/2010/main" val="20389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F69A8-63AB-6985-585B-1E63D5B1C75F}"/>
              </a:ext>
            </a:extLst>
          </p:cNvPr>
          <p:cNvSpPr>
            <a:spLocks noGrp="1"/>
          </p:cNvSpPr>
          <p:nvPr>
            <p:ph type="title"/>
          </p:nvPr>
        </p:nvSpPr>
        <p:spPr/>
        <p:txBody>
          <a:bodyPr/>
          <a:lstStyle/>
          <a:p>
            <a:pPr algn="ctr"/>
            <a:r>
              <a:rPr lang="en-IN" b="1" dirty="0"/>
              <a:t>USE CASE DIAGRAM</a:t>
            </a:r>
          </a:p>
        </p:txBody>
      </p:sp>
      <p:pic>
        <p:nvPicPr>
          <p:cNvPr id="5" name="Content Placeholder 4">
            <a:extLst>
              <a:ext uri="{FF2B5EF4-FFF2-40B4-BE49-F238E27FC236}">
                <a16:creationId xmlns:a16="http://schemas.microsoft.com/office/drawing/2014/main" id="{BD38FEB6-8038-C263-C3D3-4C2D64D8B6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66311" y="2330245"/>
            <a:ext cx="8629650" cy="3078751"/>
          </a:xfrm>
        </p:spPr>
      </p:pic>
    </p:spTree>
    <p:extLst>
      <p:ext uri="{BB962C8B-B14F-4D97-AF65-F5344CB8AC3E}">
        <p14:creationId xmlns:p14="http://schemas.microsoft.com/office/powerpoint/2010/main" val="638421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2106D-0199-0505-7B72-12E2E8AD8F7F}"/>
              </a:ext>
            </a:extLst>
          </p:cNvPr>
          <p:cNvSpPr>
            <a:spLocks noGrp="1"/>
          </p:cNvSpPr>
          <p:nvPr>
            <p:ph type="title"/>
          </p:nvPr>
        </p:nvSpPr>
        <p:spPr/>
        <p:txBody>
          <a:bodyPr/>
          <a:lstStyle/>
          <a:p>
            <a:pPr algn="ctr"/>
            <a:r>
              <a:rPr lang="en-IN" b="1" dirty="0"/>
              <a:t>SEQUENCE DIAGRAM</a:t>
            </a:r>
          </a:p>
        </p:txBody>
      </p:sp>
      <p:pic>
        <p:nvPicPr>
          <p:cNvPr id="5" name="Content Placeholder 4">
            <a:extLst>
              <a:ext uri="{FF2B5EF4-FFF2-40B4-BE49-F238E27FC236}">
                <a16:creationId xmlns:a16="http://schemas.microsoft.com/office/drawing/2014/main" id="{85D1386B-2465-77FD-78AF-F9ED236A9C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1120" y="2026921"/>
            <a:ext cx="8488680" cy="4160520"/>
          </a:xfrm>
        </p:spPr>
      </p:pic>
    </p:spTree>
    <p:extLst>
      <p:ext uri="{BB962C8B-B14F-4D97-AF65-F5344CB8AC3E}">
        <p14:creationId xmlns:p14="http://schemas.microsoft.com/office/powerpoint/2010/main" val="4113819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05E8C-AAD9-76D6-3B10-40D251846E86}"/>
              </a:ext>
            </a:extLst>
          </p:cNvPr>
          <p:cNvSpPr>
            <a:spLocks noGrp="1"/>
          </p:cNvSpPr>
          <p:nvPr>
            <p:ph type="title"/>
          </p:nvPr>
        </p:nvSpPr>
        <p:spPr>
          <a:xfrm>
            <a:off x="685802" y="2340080"/>
            <a:ext cx="4623618" cy="1456267"/>
          </a:xfrm>
        </p:spPr>
        <p:txBody>
          <a:bodyPr/>
          <a:lstStyle/>
          <a:p>
            <a:r>
              <a:rPr lang="en-IN" b="1" dirty="0"/>
              <a:t>ACTIVITY DIAGRAM</a:t>
            </a:r>
          </a:p>
        </p:txBody>
      </p:sp>
      <p:pic>
        <p:nvPicPr>
          <p:cNvPr id="5" name="Content Placeholder 4">
            <a:extLst>
              <a:ext uri="{FF2B5EF4-FFF2-40B4-BE49-F238E27FC236}">
                <a16:creationId xmlns:a16="http://schemas.microsoft.com/office/drawing/2014/main" id="{99F95954-8DB8-52DC-E26C-A3F92B0BE9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40130" y="432619"/>
            <a:ext cx="3512471" cy="6027174"/>
          </a:xfrm>
        </p:spPr>
      </p:pic>
    </p:spTree>
    <p:extLst>
      <p:ext uri="{BB962C8B-B14F-4D97-AF65-F5344CB8AC3E}">
        <p14:creationId xmlns:p14="http://schemas.microsoft.com/office/powerpoint/2010/main" val="2503919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EF97B-1AFB-E733-F27B-E1740B39DDC2}"/>
              </a:ext>
            </a:extLst>
          </p:cNvPr>
          <p:cNvSpPr>
            <a:spLocks noGrp="1"/>
          </p:cNvSpPr>
          <p:nvPr>
            <p:ph type="title"/>
          </p:nvPr>
        </p:nvSpPr>
        <p:spPr>
          <a:xfrm>
            <a:off x="685801" y="2546558"/>
            <a:ext cx="5803489" cy="1456267"/>
          </a:xfrm>
        </p:spPr>
        <p:txBody>
          <a:bodyPr/>
          <a:lstStyle/>
          <a:p>
            <a:r>
              <a:rPr lang="en-IN" b="1" dirty="0"/>
              <a:t>STATE CHART DIAGRAM</a:t>
            </a:r>
          </a:p>
        </p:txBody>
      </p:sp>
      <p:pic>
        <p:nvPicPr>
          <p:cNvPr id="5" name="Content Placeholder 4">
            <a:extLst>
              <a:ext uri="{FF2B5EF4-FFF2-40B4-BE49-F238E27FC236}">
                <a16:creationId xmlns:a16="http://schemas.microsoft.com/office/drawing/2014/main" id="{58CBA36F-4F26-7C2F-22D3-6F0F54529E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41342" y="276654"/>
            <a:ext cx="2005781" cy="6261798"/>
          </a:xfrm>
        </p:spPr>
      </p:pic>
    </p:spTree>
    <p:extLst>
      <p:ext uri="{BB962C8B-B14F-4D97-AF65-F5344CB8AC3E}">
        <p14:creationId xmlns:p14="http://schemas.microsoft.com/office/powerpoint/2010/main" val="3899920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0B69F-77F0-6C39-F0B9-141F08FEBF5A}"/>
              </a:ext>
            </a:extLst>
          </p:cNvPr>
          <p:cNvSpPr>
            <a:spLocks noGrp="1"/>
          </p:cNvSpPr>
          <p:nvPr>
            <p:ph type="title"/>
          </p:nvPr>
        </p:nvSpPr>
        <p:spPr/>
        <p:txBody>
          <a:bodyPr/>
          <a:lstStyle/>
          <a:p>
            <a:r>
              <a:rPr lang="en-IN" b="1" dirty="0"/>
              <a:t>CLASS DIAGRAM</a:t>
            </a:r>
          </a:p>
        </p:txBody>
      </p:sp>
      <p:pic>
        <p:nvPicPr>
          <p:cNvPr id="7" name="Content Placeholder 6">
            <a:extLst>
              <a:ext uri="{FF2B5EF4-FFF2-40B4-BE49-F238E27FC236}">
                <a16:creationId xmlns:a16="http://schemas.microsoft.com/office/drawing/2014/main" id="{3C0E8FCB-3E38-B764-A673-1400A8BBF4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48660" y="284480"/>
            <a:ext cx="8632110" cy="6354879"/>
          </a:xfrm>
        </p:spPr>
      </p:pic>
    </p:spTree>
    <p:extLst>
      <p:ext uri="{BB962C8B-B14F-4D97-AF65-F5344CB8AC3E}">
        <p14:creationId xmlns:p14="http://schemas.microsoft.com/office/powerpoint/2010/main" val="2256415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15C5B-9F59-A168-3B56-C70C64C6B9D2}"/>
              </a:ext>
            </a:extLst>
          </p:cNvPr>
          <p:cNvSpPr>
            <a:spLocks noGrp="1"/>
          </p:cNvSpPr>
          <p:nvPr>
            <p:ph type="title"/>
          </p:nvPr>
        </p:nvSpPr>
        <p:spPr>
          <a:xfrm>
            <a:off x="383461" y="2408902"/>
            <a:ext cx="5466734" cy="1456267"/>
          </a:xfrm>
        </p:spPr>
        <p:txBody>
          <a:bodyPr/>
          <a:lstStyle/>
          <a:p>
            <a:r>
              <a:rPr lang="en-IN" b="1" dirty="0"/>
              <a:t>ENTITY-RELATIONSHIP DIAGRAM</a:t>
            </a:r>
          </a:p>
        </p:txBody>
      </p:sp>
      <p:pic>
        <p:nvPicPr>
          <p:cNvPr id="5" name="Content Placeholder 4">
            <a:extLst>
              <a:ext uri="{FF2B5EF4-FFF2-40B4-BE49-F238E27FC236}">
                <a16:creationId xmlns:a16="http://schemas.microsoft.com/office/drawing/2014/main" id="{A6889907-F3FC-6A59-BAC0-8B9ACD6B38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91981" y="240889"/>
            <a:ext cx="3537154" cy="6376221"/>
          </a:xfrm>
        </p:spPr>
      </p:pic>
    </p:spTree>
    <p:extLst>
      <p:ext uri="{BB962C8B-B14F-4D97-AF65-F5344CB8AC3E}">
        <p14:creationId xmlns:p14="http://schemas.microsoft.com/office/powerpoint/2010/main" val="2229314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7193F-5A08-65C1-8FA7-1DE48E5149C8}"/>
              </a:ext>
            </a:extLst>
          </p:cNvPr>
          <p:cNvSpPr>
            <a:spLocks noGrp="1"/>
          </p:cNvSpPr>
          <p:nvPr>
            <p:ph type="title"/>
          </p:nvPr>
        </p:nvSpPr>
        <p:spPr/>
        <p:txBody>
          <a:bodyPr/>
          <a:lstStyle/>
          <a:p>
            <a:r>
              <a:rPr lang="en-IN" b="1" dirty="0"/>
              <a:t>COLLABORATION DIAGRAM</a:t>
            </a:r>
          </a:p>
        </p:txBody>
      </p:sp>
      <p:pic>
        <p:nvPicPr>
          <p:cNvPr id="5" name="Content Placeholder 4">
            <a:extLst>
              <a:ext uri="{FF2B5EF4-FFF2-40B4-BE49-F238E27FC236}">
                <a16:creationId xmlns:a16="http://schemas.microsoft.com/office/drawing/2014/main" id="{AAF154B9-B1D3-5D03-8295-353001B77AA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2890" y="1986116"/>
            <a:ext cx="10668000" cy="4031225"/>
          </a:xfrm>
        </p:spPr>
      </p:pic>
      <p:sp>
        <p:nvSpPr>
          <p:cNvPr id="4" name="TextBox 3">
            <a:extLst>
              <a:ext uri="{FF2B5EF4-FFF2-40B4-BE49-F238E27FC236}">
                <a16:creationId xmlns:a16="http://schemas.microsoft.com/office/drawing/2014/main" id="{5FC7A325-1EDD-C554-BA71-400D3FE4307E}"/>
              </a:ext>
            </a:extLst>
          </p:cNvPr>
          <p:cNvSpPr txBox="1"/>
          <p:nvPr/>
        </p:nvSpPr>
        <p:spPr>
          <a:xfrm>
            <a:off x="7406640" y="2895600"/>
            <a:ext cx="3159760" cy="646331"/>
          </a:xfrm>
          <a:prstGeom prst="rect">
            <a:avLst/>
          </a:prstGeom>
          <a:noFill/>
        </p:spPr>
        <p:txBody>
          <a:bodyPr wrap="square" rtlCol="0">
            <a:spAutoFit/>
          </a:bodyPr>
          <a:lstStyle/>
          <a:p>
            <a:r>
              <a:rPr lang="en-IN" dirty="0">
                <a:solidFill>
                  <a:schemeClr val="tx2">
                    <a:lumMod val="10000"/>
                  </a:schemeClr>
                </a:solidFill>
              </a:rPr>
              <a:t>Run model</a:t>
            </a:r>
          </a:p>
          <a:p>
            <a:r>
              <a:rPr lang="en-IN" dirty="0">
                <a:solidFill>
                  <a:schemeClr val="tx2">
                    <a:lumMod val="10000"/>
                  </a:schemeClr>
                </a:solidFill>
              </a:rPr>
              <a:t>Predict Forecast</a:t>
            </a:r>
          </a:p>
        </p:txBody>
      </p:sp>
    </p:spTree>
    <p:extLst>
      <p:ext uri="{BB962C8B-B14F-4D97-AF65-F5344CB8AC3E}">
        <p14:creationId xmlns:p14="http://schemas.microsoft.com/office/powerpoint/2010/main" val="117336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DD52A-E12E-DABB-032C-F88E820F7D1A}"/>
              </a:ext>
            </a:extLst>
          </p:cNvPr>
          <p:cNvSpPr>
            <a:spLocks noGrp="1"/>
          </p:cNvSpPr>
          <p:nvPr>
            <p:ph type="title"/>
          </p:nvPr>
        </p:nvSpPr>
        <p:spPr/>
        <p:txBody>
          <a:bodyPr/>
          <a:lstStyle/>
          <a:p>
            <a:r>
              <a:rPr lang="en-IN" b="1" dirty="0"/>
              <a:t>APPLICATIONS</a:t>
            </a:r>
          </a:p>
        </p:txBody>
      </p:sp>
      <p:sp>
        <p:nvSpPr>
          <p:cNvPr id="3" name="Content Placeholder 2">
            <a:extLst>
              <a:ext uri="{FF2B5EF4-FFF2-40B4-BE49-F238E27FC236}">
                <a16:creationId xmlns:a16="http://schemas.microsoft.com/office/drawing/2014/main" id="{C4F576B8-351D-9851-C5CD-067505504190}"/>
              </a:ext>
            </a:extLst>
          </p:cNvPr>
          <p:cNvSpPr>
            <a:spLocks noGrp="1"/>
          </p:cNvSpPr>
          <p:nvPr>
            <p:ph idx="1"/>
          </p:nvPr>
        </p:nvSpPr>
        <p:spPr/>
        <p:txBody>
          <a:bodyPr>
            <a:normAutofit/>
          </a:bodyPr>
          <a:lstStyle/>
          <a:p>
            <a:pPr algn="just"/>
            <a:r>
              <a:rPr lang="en-IN" sz="3600" dirty="0"/>
              <a:t>Cryptocurrency trading and investment decision support.</a:t>
            </a:r>
          </a:p>
          <a:p>
            <a:pPr algn="just"/>
            <a:r>
              <a:rPr lang="en-IN" sz="3600" dirty="0"/>
              <a:t>Financial market analysis for hedge funds and portfolio managers.</a:t>
            </a:r>
          </a:p>
          <a:p>
            <a:pPr algn="just"/>
            <a:r>
              <a:rPr lang="en-IN" sz="3600" dirty="0"/>
              <a:t>Risk management and portfolio optimization.</a:t>
            </a:r>
          </a:p>
          <a:p>
            <a:pPr algn="just"/>
            <a:r>
              <a:rPr lang="en-IN" sz="3600" dirty="0"/>
              <a:t>Blockchain and crypto exchange optimization.</a:t>
            </a:r>
          </a:p>
          <a:p>
            <a:pPr algn="just"/>
            <a:r>
              <a:rPr lang="en-IN" sz="3600" dirty="0"/>
              <a:t>Academic research and fintech innovations.</a:t>
            </a:r>
          </a:p>
        </p:txBody>
      </p:sp>
    </p:spTree>
    <p:extLst>
      <p:ext uri="{BB962C8B-B14F-4D97-AF65-F5344CB8AC3E}">
        <p14:creationId xmlns:p14="http://schemas.microsoft.com/office/powerpoint/2010/main" val="2651540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6C482F-D419-FE99-0A84-78551F26C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13305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236</TotalTime>
  <Words>563</Words>
  <Application>Microsoft Office PowerPoint</Application>
  <PresentationFormat>Widescreen</PresentationFormat>
  <Paragraphs>66</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Advanced Bitcoin Market Price Forecasting Using  Machine Learning Techniques</vt:lpstr>
      <vt:lpstr>                            CONTENTS</vt:lpstr>
      <vt:lpstr>ABSTRACT</vt:lpstr>
      <vt:lpstr>EXISTING SYSTEM</vt:lpstr>
      <vt:lpstr>PRORPOSED SYSTEM</vt:lpstr>
      <vt:lpstr>Software Requirements</vt:lpstr>
      <vt:lpstr>Hardware Requirements</vt:lpstr>
      <vt:lpstr>ANALYSIS</vt:lpstr>
      <vt:lpstr>SYSTEM ARCHITECTURE DIAGRAM</vt:lpstr>
      <vt:lpstr>USE CASE DIAGRAM</vt:lpstr>
      <vt:lpstr>SEQUENCE DIAGRAM</vt:lpstr>
      <vt:lpstr>ACTIVITY DIAGRAM</vt:lpstr>
      <vt:lpstr>STATE CHART DIAGRAM</vt:lpstr>
      <vt:lpstr>CLASS DIAGRAM</vt:lpstr>
      <vt:lpstr>ENTITY-RELATIONSHIP DIAGRAM</vt:lpstr>
      <vt:lpstr>COLLABORATION DIAGRAM</vt:lpstr>
      <vt:lpstr>APPLICATIONS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Sripathi Tejaswi</dc:creator>
  <cp:lastModifiedBy>Dilip Datta Sai Vankayala</cp:lastModifiedBy>
  <cp:revision>4</cp:revision>
  <dcterms:created xsi:type="dcterms:W3CDTF">2025-03-14T15:08:43Z</dcterms:created>
  <dcterms:modified xsi:type="dcterms:W3CDTF">2025-03-25T05:04:54Z</dcterms:modified>
</cp:coreProperties>
</file>